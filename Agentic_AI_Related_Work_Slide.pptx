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key findings from recent research on agentic AI vulnerabilities. Studies highlight that agent systems introduce new attack surfaces across inputs, memory, and tool usage. Indirect prompt injection is a major risk when agents retrieve untrusted external data. RAG systems are particularly vulnerable to poisoning, enabling persistent manipulation. Additionally, tool misuse and weak trust boundaries can escalate attacks into full system compromise.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r>
              <a:rPr sz="3600"/>
              <a:t>Related Work: Agentic AI Vulnerabilities</a:t>
            </a:r>
          </a:p>
        </p:txBody>
      </p:sp>
      <p:sp>
        <p:nvSpPr>
          <p:cNvPr id="4" name="TextBox 3"/>
          <p:cNvSpPr txBox="1"/>
          <p:nvPr/>
        </p:nvSpPr>
        <p:spPr>
          <a:xfrm>
            <a:off x="640080" y="1371600"/>
            <a:ext cx="7772400" cy="3657600"/>
          </a:xfrm>
          <a:prstGeom prst="rect">
            <a:avLst/>
          </a:prstGeom>
          <a:noFill/>
        </p:spPr>
        <p:txBody>
          <a:bodyPr wrap="none">
            <a:spAutoFit/>
          </a:bodyPr>
          <a:lstStyle/>
          <a:p>
            <a:r>
              <a:t>Surveys map agent architectures to confidentiality, integrity, availability risks.</a:t>
            </a:r>
          </a:p>
          <a:p>
            <a:pPr/>
            <a:r>
              <a:t>Indirect prompt injection exploits untrusted retrieved data (web, documents).</a:t>
            </a:r>
          </a:p>
          <a:p>
            <a:pPr/>
            <a:r>
              <a:t>RAG and long-term memory enable poisoning and stealthy data exfiltration.</a:t>
            </a:r>
          </a:p>
          <a:p>
            <a:pPr/>
            <a:r>
              <a:t>Tool selection attacks manipulate agent decisions via metadata/context.</a:t>
            </a:r>
          </a:p>
          <a:p>
            <a:pPr/>
            <a:r>
              <a:t>Weak trust boundaries allow tool misuse and full system compromise.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