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0" Type="http://schemas.openxmlformats.org/officeDocument/2006/relationships/slide" Target="slides/slide4.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d0cc13a315_2_95:notes"/>
          <p:cNvSpPr/>
          <p:nvPr>
            <p:ph idx="2" type="sldImg"/>
          </p:nvPr>
        </p:nvSpPr>
        <p:spPr>
          <a:xfrm>
            <a:off x="-500000" y="0"/>
            <a:ext cx="4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5" name="Google Shape;155;g3d0cc13a315_2_9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100"/>
              <a:buNone/>
            </a:pPr>
            <a:r>
              <a:rPr lang="en" sz="1200">
                <a:solidFill>
                  <a:schemeClr val="dk1"/>
                </a:solidFill>
              </a:rPr>
              <a:t>Agentic AI is increasingly being used in safety-critical domains such as healthcare, autonomous driving, and security systems, where accuracy and reliability are extremely important. However, these systems are vulnerable to adversarial attacks, where even very small and often unnoticeable changes in input can lead to incorrect or misleading outputs. Traditionally, AI security has mainly focused on protecting against these input-level attacks. But with the rise of agentic AI, systems are no longer just passive—they can act independently, make decisions, and continuously interact with their environment. This shift toward autonomy, self-governance, and dynamic decision-making makes these systems more powerful, but also introduces new layers of complexity. As a result, the attack surface expands, and the risks become greater, requiring more advanced and holistic security approaches.</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marR="0" rtl="0" algn="l">
              <a:spcBef>
                <a:spcPts val="1200"/>
              </a:spcBef>
              <a:spcAft>
                <a:spcPts val="0"/>
              </a:spcAft>
              <a:buNone/>
            </a:pPr>
            <a:r>
              <a:t/>
            </a:r>
            <a:endParaRPr sz="1200">
              <a:solidFill>
                <a:schemeClr val="dk1"/>
              </a:solidFill>
            </a:endParaRPr>
          </a:p>
        </p:txBody>
      </p:sp>
      <p:sp>
        <p:nvSpPr>
          <p:cNvPr id="156" name="Google Shape;156;g3d0cc13a315_2_9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d0cc13a315_2_121:notes"/>
          <p:cNvSpPr/>
          <p:nvPr>
            <p:ph idx="2" type="sldImg"/>
          </p:nvPr>
        </p:nvSpPr>
        <p:spPr>
          <a:xfrm>
            <a:off x="-500000" y="0"/>
            <a:ext cx="4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2" name="Google Shape;182;g3d0cc13a315_2_1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 sz="1200">
                <a:solidFill>
                  <a:schemeClr val="dk1"/>
                </a:solidFill>
              </a:rPr>
              <a:t>Agentic AI systems operate through continuous feedback loops, where they constantly perceive their environment, make decisions, and take actions. Because of this, vulnerabilities are not limited to just the input level—they can affect multiple layers of the system, including perception, reasoning, and execution. For example, an attacker might manipulate inputs, influence the system’s decision-making process, or even control its final actions.</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200">
                <a:solidFill>
                  <a:schemeClr val="dk1"/>
                </a:solidFill>
              </a:rPr>
              <a:t>Another challenge is that these attacks can propagate across layers and accumulate over time through feedback, making the impact more severe. This creates a much more complex threat landscape compared to traditional AI systems. As a result, relying on a single defense mechanism is not enough, and securing agentic AI requires a more comprehensive, multi-layered approach.</a:t>
            </a:r>
            <a:endParaRPr sz="1200">
              <a:solidFill>
                <a:schemeClr val="dk1"/>
              </a:solidFill>
            </a:endParaRPr>
          </a:p>
          <a:p>
            <a:pPr indent="0" lvl="0" marL="0" marR="0" rtl="0" algn="l">
              <a:spcBef>
                <a:spcPts val="1200"/>
              </a:spcBef>
              <a:spcAft>
                <a:spcPts val="0"/>
              </a:spcAft>
              <a:buNone/>
            </a:pPr>
            <a:r>
              <a:t/>
            </a:r>
            <a:endParaRPr sz="1200">
              <a:solidFill>
                <a:schemeClr val="dk1"/>
              </a:solidFill>
            </a:endParaRPr>
          </a:p>
        </p:txBody>
      </p:sp>
      <p:sp>
        <p:nvSpPr>
          <p:cNvPr id="183" name="Google Shape;183;g3d0cc13a315_2_12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d0cc13a31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d0cc13a31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The image presents an overview of existing approaches for securing Infrastructure-as-Code (IaC), highlighting four main methods: traditional static analysis, dynamic runtime analysis, Cloud Security Posture Management (CSPM), and AI-driven approaches. </a:t>
            </a:r>
            <a:br>
              <a:rPr lang="en"/>
            </a:br>
            <a:r>
              <a:rPr lang="en"/>
              <a:t>Traditional static and rule-based systems are effective at identifying known misconfigurations using predefined rules, but they struggle with complex, context-dependent issues and lack adaptability. </a:t>
            </a:r>
            <a:br>
              <a:rPr lang="en"/>
            </a:br>
            <a:r>
              <a:rPr lang="en"/>
              <a:t>Dynamic runtime analysis, on the other hand, examines systems during execution and can detect runtime-specific vulnerabilities, but it is resource-intensive and often identifies issues too late.</a:t>
            </a:r>
            <a:br>
              <a:rPr lang="en"/>
            </a:br>
            <a:r>
              <a:rPr lang="en"/>
              <a:t> CSPM tools continuously monitor cloud environments to ensure compliance with best practices; however, they mainly focus on runtime conditions and do not address vulnerabilities during the development phase. </a:t>
            </a:r>
            <a:br>
              <a:rPr lang="en"/>
            </a:br>
            <a:r>
              <a:rPr lang="en"/>
              <a:t>More recently, AI-driven approaches, including machine learning and large language models, have been introduced to enable context-aware detection and improve scalability. Despite these advancements, the image highlights that no single approach is sufficient, and there is a need for an integrated solution that combines multiple techniques to effectively address modern security challenges in IaC systems.</a:t>
            </a:r>
            <a:endParaRPr/>
          </a:p>
          <a:p>
            <a:pPr indent="0" lvl="0" marL="0" rtl="0" algn="l">
              <a:spcBef>
                <a:spcPts val="120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59" name="Shape 59"/>
        <p:cNvGrpSpPr/>
        <p:nvPr/>
      </p:nvGrpSpPr>
      <p:grpSpPr>
        <a:xfrm>
          <a:off x="0" y="0"/>
          <a:ext cx="0" cy="0"/>
          <a:chOff x="0" y="0"/>
          <a:chExt cx="0" cy="0"/>
        </a:xfrm>
      </p:grpSpPr>
      <p:sp>
        <p:nvSpPr>
          <p:cNvPr id="60" name="Google Shape;60;p14"/>
          <p:cNvSpPr txBox="1"/>
          <p:nvPr>
            <p:ph idx="10" type="dt"/>
          </p:nvPr>
        </p:nvSpPr>
        <p:spPr>
          <a:xfrm>
            <a:off x="5992368" y="4704589"/>
            <a:ext cx="2455164" cy="273844"/>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rgbClr val="345D7E"/>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14"/>
          <p:cNvSpPr txBox="1"/>
          <p:nvPr>
            <p:ph idx="11" type="ftr"/>
          </p:nvPr>
        </p:nvSpPr>
        <p:spPr>
          <a:xfrm>
            <a:off x="685800" y="4704589"/>
            <a:ext cx="4745736"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345D7E"/>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14"/>
          <p:cNvSpPr txBox="1"/>
          <p:nvPr>
            <p:ph idx="12" type="sldNum"/>
          </p:nvPr>
        </p:nvSpPr>
        <p:spPr>
          <a:xfrm>
            <a:off x="8483346" y="4704589"/>
            <a:ext cx="480060" cy="273844"/>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
              <a:t>‹#›</a:t>
            </a:fld>
            <a:endParaRPr/>
          </a:p>
        </p:txBody>
      </p:sp>
      <p:sp>
        <p:nvSpPr>
          <p:cNvPr id="63" name="Google Shape;63;p14"/>
          <p:cNvSpPr txBox="1"/>
          <p:nvPr>
            <p:ph type="title"/>
          </p:nvPr>
        </p:nvSpPr>
        <p:spPr>
          <a:xfrm>
            <a:off x="685800" y="363474"/>
            <a:ext cx="7772400" cy="120700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64" name="Shape 64"/>
        <p:cNvGrpSpPr/>
        <p:nvPr/>
      </p:nvGrpSpPr>
      <p:grpSpPr>
        <a:xfrm>
          <a:off x="0" y="0"/>
          <a:ext cx="0" cy="0"/>
          <a:chOff x="0" y="0"/>
          <a:chExt cx="0" cy="0"/>
        </a:xfrm>
      </p:grpSpPr>
      <p:sp>
        <p:nvSpPr>
          <p:cNvPr id="65" name="Google Shape;65;p15"/>
          <p:cNvSpPr/>
          <p:nvPr/>
        </p:nvSpPr>
        <p:spPr>
          <a:xfrm>
            <a:off x="690626" y="1010210"/>
            <a:ext cx="7667244" cy="60512"/>
          </a:xfrm>
          <a:prstGeom prst="rect">
            <a:avLst/>
          </a:prstGeom>
          <a:blipFill rotWithShape="1">
            <a:blip r:embed="rId2">
              <a:alphaModFix amt="80000"/>
            </a:blip>
            <a:tile algn="ctr" flip="xy" tx="0" sx="92000" ty="-762000" sy="89000"/>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66" name="Google Shape;66;p15"/>
          <p:cNvSpPr/>
          <p:nvPr/>
        </p:nvSpPr>
        <p:spPr>
          <a:xfrm>
            <a:off x="690626" y="3212072"/>
            <a:ext cx="7667244" cy="60512"/>
          </a:xfrm>
          <a:prstGeom prst="rect">
            <a:avLst/>
          </a:prstGeom>
          <a:blipFill rotWithShape="1">
            <a:blip r:embed="rId2">
              <a:alphaModFix amt="80000"/>
            </a:blip>
            <a:tile algn="ctr" flip="xy" tx="0" sx="92000" ty="-717550" sy="89000"/>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67" name="Google Shape;67;p15"/>
          <p:cNvSpPr/>
          <p:nvPr/>
        </p:nvSpPr>
        <p:spPr>
          <a:xfrm>
            <a:off x="690626" y="1113584"/>
            <a:ext cx="7667244" cy="2057400"/>
          </a:xfrm>
          <a:prstGeom prst="rect">
            <a:avLst/>
          </a:prstGeom>
          <a:blipFill rotWithShape="1">
            <a:blip r:embed="rId2">
              <a:alphaModFix amt="80000"/>
            </a:blip>
            <a:tile algn="ctr" flip="xy" tx="0" sx="92000" ty="-704850" sy="89000"/>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grpSp>
        <p:nvGrpSpPr>
          <p:cNvPr id="68" name="Google Shape;68;p15"/>
          <p:cNvGrpSpPr/>
          <p:nvPr/>
        </p:nvGrpSpPr>
        <p:grpSpPr>
          <a:xfrm>
            <a:off x="7234780" y="3080267"/>
            <a:ext cx="914400" cy="685800"/>
            <a:chOff x="9685338" y="4460675"/>
            <a:chExt cx="1080904" cy="1080902"/>
          </a:xfrm>
        </p:grpSpPr>
        <p:sp>
          <p:nvSpPr>
            <p:cNvPr id="69" name="Google Shape;69;p15"/>
            <p:cNvSpPr/>
            <p:nvPr/>
          </p:nvSpPr>
          <p:spPr>
            <a:xfrm>
              <a:off x="9685338" y="4460675"/>
              <a:ext cx="1080904" cy="1080902"/>
            </a:xfrm>
            <a:prstGeom prst="ellipse">
              <a:avLst/>
            </a:prstGeom>
            <a:blipFill rotWithShape="1">
              <a:blip r:embed="rId3">
                <a:alphaModFix/>
              </a:blip>
              <a:tile algn="tl" flip="none" tx="0" sx="85000" ty="0" sy="85000"/>
            </a:blip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2000"/>
                <a:buFont typeface="Trebuchet MS"/>
                <a:buNone/>
              </a:pPr>
              <a:r>
                <a:t/>
              </a:r>
              <a:endParaRPr b="1" i="0" sz="2000" u="none" cap="none" strike="noStrike">
                <a:solidFill>
                  <a:srgbClr val="FFFFFF"/>
                </a:solidFill>
                <a:latin typeface="Rockwell"/>
                <a:ea typeface="Rockwell"/>
                <a:cs typeface="Rockwell"/>
                <a:sym typeface="Rockwell"/>
              </a:endParaRPr>
            </a:p>
          </p:txBody>
        </p:sp>
        <p:sp>
          <p:nvSpPr>
            <p:cNvPr id="70" name="Google Shape;70;p15"/>
            <p:cNvSpPr/>
            <p:nvPr/>
          </p:nvSpPr>
          <p:spPr>
            <a:xfrm>
              <a:off x="9793429" y="4568765"/>
              <a:ext cx="864723" cy="864722"/>
            </a:xfrm>
            <a:prstGeom prst="ellipse">
              <a:avLst/>
            </a:prstGeom>
            <a:no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rebuchet MS"/>
                <a:buNone/>
              </a:pPr>
              <a:r>
                <a:t/>
              </a:r>
              <a:endParaRPr b="0" i="0" sz="1800" u="none" cap="none" strike="noStrike">
                <a:solidFill>
                  <a:srgbClr val="FFFFFF"/>
                </a:solidFill>
                <a:latin typeface="Calibri"/>
                <a:ea typeface="Calibri"/>
                <a:cs typeface="Calibri"/>
                <a:sym typeface="Calibri"/>
              </a:endParaRPr>
            </a:p>
          </p:txBody>
        </p:sp>
      </p:grpSp>
      <p:sp>
        <p:nvSpPr>
          <p:cNvPr id="71" name="Google Shape;71;p15"/>
          <p:cNvSpPr txBox="1"/>
          <p:nvPr>
            <p:ph type="ctrTitle"/>
          </p:nvPr>
        </p:nvSpPr>
        <p:spPr>
          <a:xfrm>
            <a:off x="788670" y="1074167"/>
            <a:ext cx="7475220" cy="2276856"/>
          </a:xfrm>
          <a:prstGeom prst="rect">
            <a:avLst/>
          </a:prstGeom>
          <a:noFill/>
          <a:ln>
            <a:noFill/>
          </a:ln>
        </p:spPr>
        <p:txBody>
          <a:bodyPr anchorCtr="0" anchor="ctr" bIns="45700" lIns="91425" spcFirstLastPara="1" rIns="91425" wrap="square" tIns="45700">
            <a:noAutofit/>
          </a:bodyPr>
          <a:lstStyle>
            <a:lvl1pPr lvl="0" algn="l">
              <a:lnSpc>
                <a:spcPct val="85000"/>
              </a:lnSpc>
              <a:spcBef>
                <a:spcPts val="0"/>
              </a:spcBef>
              <a:spcAft>
                <a:spcPts val="0"/>
              </a:spcAft>
              <a:buSzPts val="6600"/>
              <a:buFont typeface="Georgia"/>
              <a:buNone/>
              <a:defRPr b="1" sz="66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15"/>
          <p:cNvSpPr txBox="1"/>
          <p:nvPr>
            <p:ph idx="1" type="subTitle"/>
          </p:nvPr>
        </p:nvSpPr>
        <p:spPr>
          <a:xfrm>
            <a:off x="802386" y="3291840"/>
            <a:ext cx="5918454" cy="802386"/>
          </a:xfrm>
          <a:prstGeom prst="rect">
            <a:avLst/>
          </a:prstGeom>
          <a:noFill/>
          <a:ln>
            <a:noFill/>
          </a:ln>
        </p:spPr>
        <p:txBody>
          <a:bodyPr anchorCtr="0" anchor="t" bIns="45700" lIns="91425" spcFirstLastPara="1" rIns="91425" wrap="square" tIns="45700">
            <a:normAutofit/>
          </a:bodyPr>
          <a:lstStyle>
            <a:lvl1pPr lvl="0" algn="l">
              <a:lnSpc>
                <a:spcPct val="90000"/>
              </a:lnSpc>
              <a:spcBef>
                <a:spcPts val="1200"/>
              </a:spcBef>
              <a:spcAft>
                <a:spcPts val="0"/>
              </a:spcAft>
              <a:buSzPts val="1530"/>
              <a:buNone/>
              <a:defRPr b="0" sz="1800">
                <a:solidFill>
                  <a:schemeClr val="dk1"/>
                </a:solidFill>
              </a:defRPr>
            </a:lvl1pPr>
            <a:lvl2pPr lvl="1" algn="ctr">
              <a:lnSpc>
                <a:spcPct val="90000"/>
              </a:lnSpc>
              <a:spcBef>
                <a:spcPts val="400"/>
              </a:spcBef>
              <a:spcAft>
                <a:spcPts val="0"/>
              </a:spcAft>
              <a:buSzPts val="2380"/>
              <a:buNone/>
              <a:defRPr sz="2800"/>
            </a:lvl2pPr>
            <a:lvl3pPr lvl="2" algn="ctr">
              <a:lnSpc>
                <a:spcPct val="90000"/>
              </a:lnSpc>
              <a:spcBef>
                <a:spcPts val="400"/>
              </a:spcBef>
              <a:spcAft>
                <a:spcPts val="0"/>
              </a:spcAft>
              <a:buSzPts val="2040"/>
              <a:buNone/>
              <a:defRPr sz="2400"/>
            </a:lvl3pPr>
            <a:lvl4pPr lvl="3" algn="ctr">
              <a:lnSpc>
                <a:spcPct val="90000"/>
              </a:lnSpc>
              <a:spcBef>
                <a:spcPts val="400"/>
              </a:spcBef>
              <a:spcAft>
                <a:spcPts val="0"/>
              </a:spcAft>
              <a:buSzPts val="1700"/>
              <a:buNone/>
              <a:defRPr sz="2000"/>
            </a:lvl4pPr>
            <a:lvl5pPr lvl="4" algn="ctr">
              <a:lnSpc>
                <a:spcPct val="90000"/>
              </a:lnSpc>
              <a:spcBef>
                <a:spcPts val="400"/>
              </a:spcBef>
              <a:spcAft>
                <a:spcPts val="0"/>
              </a:spcAft>
              <a:buSzPts val="1700"/>
              <a:buNone/>
              <a:defRPr sz="2000"/>
            </a:lvl5pPr>
            <a:lvl6pPr lvl="5" algn="ctr">
              <a:lnSpc>
                <a:spcPct val="90000"/>
              </a:lnSpc>
              <a:spcBef>
                <a:spcPts val="400"/>
              </a:spcBef>
              <a:spcAft>
                <a:spcPts val="0"/>
              </a:spcAft>
              <a:buSzPts val="1700"/>
              <a:buNone/>
              <a:defRPr sz="2000"/>
            </a:lvl6pPr>
            <a:lvl7pPr lvl="6" algn="ctr">
              <a:lnSpc>
                <a:spcPct val="90000"/>
              </a:lnSpc>
              <a:spcBef>
                <a:spcPts val="400"/>
              </a:spcBef>
              <a:spcAft>
                <a:spcPts val="0"/>
              </a:spcAft>
              <a:buSzPts val="1700"/>
              <a:buNone/>
              <a:defRPr sz="2000"/>
            </a:lvl7pPr>
            <a:lvl8pPr lvl="7" algn="ctr">
              <a:lnSpc>
                <a:spcPct val="90000"/>
              </a:lnSpc>
              <a:spcBef>
                <a:spcPts val="400"/>
              </a:spcBef>
              <a:spcAft>
                <a:spcPts val="0"/>
              </a:spcAft>
              <a:buSzPts val="1700"/>
              <a:buNone/>
              <a:defRPr sz="2000"/>
            </a:lvl8pPr>
            <a:lvl9pPr lvl="8" algn="ctr">
              <a:lnSpc>
                <a:spcPct val="90000"/>
              </a:lnSpc>
              <a:spcBef>
                <a:spcPts val="400"/>
              </a:spcBef>
              <a:spcAft>
                <a:spcPts val="200"/>
              </a:spcAft>
              <a:buSzPts val="1700"/>
              <a:buNone/>
              <a:defRPr sz="2000"/>
            </a:lvl9pPr>
          </a:lstStyle>
          <a:p/>
        </p:txBody>
      </p:sp>
      <p:sp>
        <p:nvSpPr>
          <p:cNvPr id="73" name="Google Shape;73;p15"/>
          <p:cNvSpPr txBox="1"/>
          <p:nvPr>
            <p:ph idx="10" type="dt"/>
          </p:nvPr>
        </p:nvSpPr>
        <p:spPr>
          <a:xfrm>
            <a:off x="5992368" y="4704589"/>
            <a:ext cx="2455164" cy="273844"/>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15"/>
          <p:cNvSpPr txBox="1"/>
          <p:nvPr>
            <p:ph idx="11" type="ftr"/>
          </p:nvPr>
        </p:nvSpPr>
        <p:spPr>
          <a:xfrm>
            <a:off x="685800" y="4704589"/>
            <a:ext cx="4745736"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5"/>
          <p:cNvSpPr txBox="1"/>
          <p:nvPr>
            <p:ph idx="12" type="sldNum"/>
          </p:nvPr>
        </p:nvSpPr>
        <p:spPr>
          <a:xfrm>
            <a:off x="7244280" y="3170396"/>
            <a:ext cx="895401" cy="48006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b="1" sz="2800">
                <a:solidFill>
                  <a:srgbClr val="FFFFFF"/>
                </a:solidFill>
                <a:latin typeface="Trebuchet MS"/>
                <a:ea typeface="Trebuchet MS"/>
                <a:cs typeface="Trebuchet MS"/>
                <a:sym typeface="Trebuchet MS"/>
              </a:defRPr>
            </a:lvl1pPr>
            <a:lvl2pPr indent="0" lvl="1" marL="0" algn="ctr">
              <a:spcBef>
                <a:spcPts val="0"/>
              </a:spcBef>
              <a:buNone/>
              <a:defRPr b="1" sz="2800">
                <a:solidFill>
                  <a:srgbClr val="FFFFFF"/>
                </a:solidFill>
                <a:latin typeface="Trebuchet MS"/>
                <a:ea typeface="Trebuchet MS"/>
                <a:cs typeface="Trebuchet MS"/>
                <a:sym typeface="Trebuchet MS"/>
              </a:defRPr>
            </a:lvl2pPr>
            <a:lvl3pPr indent="0" lvl="2" marL="0" algn="ctr">
              <a:spcBef>
                <a:spcPts val="0"/>
              </a:spcBef>
              <a:buNone/>
              <a:defRPr b="1" sz="2800">
                <a:solidFill>
                  <a:srgbClr val="FFFFFF"/>
                </a:solidFill>
                <a:latin typeface="Trebuchet MS"/>
                <a:ea typeface="Trebuchet MS"/>
                <a:cs typeface="Trebuchet MS"/>
                <a:sym typeface="Trebuchet MS"/>
              </a:defRPr>
            </a:lvl3pPr>
            <a:lvl4pPr indent="0" lvl="3" marL="0" algn="ctr">
              <a:spcBef>
                <a:spcPts val="0"/>
              </a:spcBef>
              <a:buNone/>
              <a:defRPr b="1" sz="2800">
                <a:solidFill>
                  <a:srgbClr val="FFFFFF"/>
                </a:solidFill>
                <a:latin typeface="Trebuchet MS"/>
                <a:ea typeface="Trebuchet MS"/>
                <a:cs typeface="Trebuchet MS"/>
                <a:sym typeface="Trebuchet MS"/>
              </a:defRPr>
            </a:lvl4pPr>
            <a:lvl5pPr indent="0" lvl="4" marL="0" algn="ctr">
              <a:spcBef>
                <a:spcPts val="0"/>
              </a:spcBef>
              <a:buNone/>
              <a:defRPr b="1" sz="2800">
                <a:solidFill>
                  <a:srgbClr val="FFFFFF"/>
                </a:solidFill>
                <a:latin typeface="Trebuchet MS"/>
                <a:ea typeface="Trebuchet MS"/>
                <a:cs typeface="Trebuchet MS"/>
                <a:sym typeface="Trebuchet MS"/>
              </a:defRPr>
            </a:lvl5pPr>
            <a:lvl6pPr indent="0" lvl="5" marL="0" algn="ctr">
              <a:spcBef>
                <a:spcPts val="0"/>
              </a:spcBef>
              <a:buNone/>
              <a:defRPr b="1" sz="2800">
                <a:solidFill>
                  <a:srgbClr val="FFFFFF"/>
                </a:solidFill>
                <a:latin typeface="Trebuchet MS"/>
                <a:ea typeface="Trebuchet MS"/>
                <a:cs typeface="Trebuchet MS"/>
                <a:sym typeface="Trebuchet MS"/>
              </a:defRPr>
            </a:lvl6pPr>
            <a:lvl7pPr indent="0" lvl="6" marL="0" algn="ctr">
              <a:spcBef>
                <a:spcPts val="0"/>
              </a:spcBef>
              <a:buNone/>
              <a:defRPr b="1" sz="2800">
                <a:solidFill>
                  <a:srgbClr val="FFFFFF"/>
                </a:solidFill>
                <a:latin typeface="Trebuchet MS"/>
                <a:ea typeface="Trebuchet MS"/>
                <a:cs typeface="Trebuchet MS"/>
                <a:sym typeface="Trebuchet MS"/>
              </a:defRPr>
            </a:lvl7pPr>
            <a:lvl8pPr indent="0" lvl="7" marL="0" algn="ctr">
              <a:spcBef>
                <a:spcPts val="0"/>
              </a:spcBef>
              <a:buNone/>
              <a:defRPr b="1" sz="2800">
                <a:solidFill>
                  <a:srgbClr val="FFFFFF"/>
                </a:solidFill>
                <a:latin typeface="Trebuchet MS"/>
                <a:ea typeface="Trebuchet MS"/>
                <a:cs typeface="Trebuchet MS"/>
                <a:sym typeface="Trebuchet MS"/>
              </a:defRPr>
            </a:lvl8pPr>
            <a:lvl9pPr indent="0" lvl="8" marL="0" algn="ctr">
              <a:spcBef>
                <a:spcPts val="0"/>
              </a:spcBef>
              <a:buNone/>
              <a:defRPr b="1" sz="2800">
                <a:solidFill>
                  <a:srgbClr val="FFFFFF"/>
                </a:solidFill>
                <a:latin typeface="Trebuchet MS"/>
                <a:ea typeface="Trebuchet MS"/>
                <a:cs typeface="Trebuchet MS"/>
                <a:sym typeface="Trebuchet MS"/>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76" name="Shape 76"/>
        <p:cNvGrpSpPr/>
        <p:nvPr/>
      </p:nvGrpSpPr>
      <p:grpSpPr>
        <a:xfrm>
          <a:off x="0" y="0"/>
          <a:ext cx="0" cy="0"/>
          <a:chOff x="0" y="0"/>
          <a:chExt cx="0" cy="0"/>
        </a:xfrm>
      </p:grpSpPr>
      <p:sp>
        <p:nvSpPr>
          <p:cNvPr id="77" name="Google Shape;77;p16"/>
          <p:cNvSpPr txBox="1"/>
          <p:nvPr>
            <p:ph type="title"/>
          </p:nvPr>
        </p:nvSpPr>
        <p:spPr>
          <a:xfrm>
            <a:off x="685800" y="363474"/>
            <a:ext cx="7772400" cy="120700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16"/>
          <p:cNvSpPr txBox="1"/>
          <p:nvPr>
            <p:ph idx="1" type="body"/>
          </p:nvPr>
        </p:nvSpPr>
        <p:spPr>
          <a:xfrm>
            <a:off x="685800" y="1591056"/>
            <a:ext cx="7772400" cy="3038094"/>
          </a:xfrm>
          <a:prstGeom prst="rect">
            <a:avLst/>
          </a:prstGeom>
          <a:noFill/>
          <a:ln>
            <a:noFill/>
          </a:ln>
        </p:spPr>
        <p:txBody>
          <a:bodyPr anchorCtr="0" anchor="t" bIns="45700" lIns="91425" spcFirstLastPara="1" rIns="91425" wrap="square" tIns="45700">
            <a:normAutofit/>
          </a:bodyPr>
          <a:lstStyle>
            <a:lvl1pPr indent="-325755" lvl="0" marL="457200" algn="l">
              <a:lnSpc>
                <a:spcPct val="90000"/>
              </a:lnSpc>
              <a:spcBef>
                <a:spcPts val="1200"/>
              </a:spcBef>
              <a:spcAft>
                <a:spcPts val="0"/>
              </a:spcAft>
              <a:buSzPts val="1530"/>
              <a:buChar char="▪"/>
              <a:defRPr/>
            </a:lvl1pPr>
            <a:lvl2pPr indent="-325755" lvl="1" marL="914400" algn="l">
              <a:lnSpc>
                <a:spcPct val="90000"/>
              </a:lnSpc>
              <a:spcBef>
                <a:spcPts val="400"/>
              </a:spcBef>
              <a:spcAft>
                <a:spcPts val="0"/>
              </a:spcAft>
              <a:buSzPts val="1530"/>
              <a:buChar char="▪"/>
              <a:defRPr/>
            </a:lvl2pPr>
            <a:lvl3pPr indent="-325755" lvl="2" marL="1371600" algn="l">
              <a:lnSpc>
                <a:spcPct val="90000"/>
              </a:lnSpc>
              <a:spcBef>
                <a:spcPts val="400"/>
              </a:spcBef>
              <a:spcAft>
                <a:spcPts val="0"/>
              </a:spcAft>
              <a:buSzPts val="1530"/>
              <a:buChar char="▪"/>
              <a:defRPr/>
            </a:lvl3pPr>
            <a:lvl4pPr indent="-325755" lvl="3" marL="1828800" algn="l">
              <a:lnSpc>
                <a:spcPct val="90000"/>
              </a:lnSpc>
              <a:spcBef>
                <a:spcPts val="400"/>
              </a:spcBef>
              <a:spcAft>
                <a:spcPts val="0"/>
              </a:spcAft>
              <a:buSzPts val="1530"/>
              <a:buChar char="▪"/>
              <a:defRPr/>
            </a:lvl4pPr>
            <a:lvl5pPr indent="-325754" lvl="4" marL="2286000" algn="l">
              <a:lnSpc>
                <a:spcPct val="90000"/>
              </a:lnSpc>
              <a:spcBef>
                <a:spcPts val="400"/>
              </a:spcBef>
              <a:spcAft>
                <a:spcPts val="0"/>
              </a:spcAft>
              <a:buSzPts val="1530"/>
              <a:buChar char="▪"/>
              <a:defRPr/>
            </a:lvl5pPr>
            <a:lvl6pPr indent="-325754" lvl="5" marL="2743200" algn="l">
              <a:lnSpc>
                <a:spcPct val="90000"/>
              </a:lnSpc>
              <a:spcBef>
                <a:spcPts val="400"/>
              </a:spcBef>
              <a:spcAft>
                <a:spcPts val="0"/>
              </a:spcAft>
              <a:buSzPts val="1530"/>
              <a:buChar char="▪"/>
              <a:defRPr/>
            </a:lvl6pPr>
            <a:lvl7pPr indent="-325754" lvl="6" marL="3200400" algn="l">
              <a:lnSpc>
                <a:spcPct val="90000"/>
              </a:lnSpc>
              <a:spcBef>
                <a:spcPts val="400"/>
              </a:spcBef>
              <a:spcAft>
                <a:spcPts val="0"/>
              </a:spcAft>
              <a:buSzPts val="1530"/>
              <a:buChar char="▪"/>
              <a:defRPr/>
            </a:lvl7pPr>
            <a:lvl8pPr indent="-325754" lvl="7" marL="3657600" algn="l">
              <a:lnSpc>
                <a:spcPct val="90000"/>
              </a:lnSpc>
              <a:spcBef>
                <a:spcPts val="400"/>
              </a:spcBef>
              <a:spcAft>
                <a:spcPts val="0"/>
              </a:spcAft>
              <a:buSzPts val="1530"/>
              <a:buChar char="▪"/>
              <a:defRPr/>
            </a:lvl8pPr>
            <a:lvl9pPr indent="-325754" lvl="8" marL="4114800" algn="l">
              <a:lnSpc>
                <a:spcPct val="90000"/>
              </a:lnSpc>
              <a:spcBef>
                <a:spcPts val="400"/>
              </a:spcBef>
              <a:spcAft>
                <a:spcPts val="200"/>
              </a:spcAft>
              <a:buSzPts val="1530"/>
              <a:buChar char="▪"/>
              <a:defRPr/>
            </a:lvl9pPr>
          </a:lstStyle>
          <a:p/>
        </p:txBody>
      </p:sp>
      <p:sp>
        <p:nvSpPr>
          <p:cNvPr id="79" name="Google Shape;79;p16"/>
          <p:cNvSpPr txBox="1"/>
          <p:nvPr>
            <p:ph idx="10" type="dt"/>
          </p:nvPr>
        </p:nvSpPr>
        <p:spPr>
          <a:xfrm>
            <a:off x="5992368" y="4704589"/>
            <a:ext cx="2455164" cy="273844"/>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16"/>
          <p:cNvSpPr txBox="1"/>
          <p:nvPr>
            <p:ph idx="11" type="ftr"/>
          </p:nvPr>
        </p:nvSpPr>
        <p:spPr>
          <a:xfrm>
            <a:off x="685800" y="4704589"/>
            <a:ext cx="4745736"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16"/>
          <p:cNvSpPr txBox="1"/>
          <p:nvPr>
            <p:ph idx="12" type="sldNum"/>
          </p:nvPr>
        </p:nvSpPr>
        <p:spPr>
          <a:xfrm>
            <a:off x="8483346" y="4704589"/>
            <a:ext cx="480060" cy="273844"/>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82" name="Shape 82"/>
        <p:cNvGrpSpPr/>
        <p:nvPr/>
      </p:nvGrpSpPr>
      <p:grpSpPr>
        <a:xfrm>
          <a:off x="0" y="0"/>
          <a:ext cx="0" cy="0"/>
          <a:chOff x="0" y="0"/>
          <a:chExt cx="0" cy="0"/>
        </a:xfrm>
      </p:grpSpPr>
      <p:sp>
        <p:nvSpPr>
          <p:cNvPr id="83" name="Google Shape;83;p17"/>
          <p:cNvSpPr/>
          <p:nvPr/>
        </p:nvSpPr>
        <p:spPr>
          <a:xfrm>
            <a:off x="0" y="3688492"/>
            <a:ext cx="9144000" cy="1455007"/>
          </a:xfrm>
          <a:prstGeom prst="rect">
            <a:avLst/>
          </a:prstGeom>
          <a:blipFill rotWithShape="1">
            <a:blip r:embed="rId2">
              <a:alphaModFix amt="80000"/>
            </a:blip>
            <a:tile algn="ctr" flip="xy" tx="0" sx="92000" ty="-704850" sy="89000"/>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84" name="Google Shape;84;p17"/>
          <p:cNvSpPr txBox="1"/>
          <p:nvPr>
            <p:ph type="title"/>
          </p:nvPr>
        </p:nvSpPr>
        <p:spPr>
          <a:xfrm>
            <a:off x="1625346" y="918972"/>
            <a:ext cx="6960870" cy="2640330"/>
          </a:xfrm>
          <a:prstGeom prst="rect">
            <a:avLst/>
          </a:prstGeom>
          <a:noFill/>
          <a:ln>
            <a:noFill/>
          </a:ln>
        </p:spPr>
        <p:txBody>
          <a:bodyPr anchorCtr="0" anchor="ctr" bIns="45700" lIns="91425" spcFirstLastPara="1" rIns="91425" wrap="square" tIns="45700">
            <a:normAutofit/>
          </a:bodyPr>
          <a:lstStyle>
            <a:lvl1pPr lvl="0" algn="l">
              <a:lnSpc>
                <a:spcPct val="85000"/>
              </a:lnSpc>
              <a:spcBef>
                <a:spcPts val="0"/>
              </a:spcBef>
              <a:spcAft>
                <a:spcPts val="0"/>
              </a:spcAft>
              <a:buSzPts val="6600"/>
              <a:buFont typeface="Georgia"/>
              <a:buNone/>
              <a:defRPr b="1" sz="6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17"/>
          <p:cNvSpPr txBox="1"/>
          <p:nvPr>
            <p:ph idx="1" type="body"/>
          </p:nvPr>
        </p:nvSpPr>
        <p:spPr>
          <a:xfrm>
            <a:off x="1624330" y="3765042"/>
            <a:ext cx="6789420" cy="8001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1530"/>
              <a:buNone/>
              <a:defRPr b="0" sz="1800">
                <a:solidFill>
                  <a:srgbClr val="345D7E"/>
                </a:solidFill>
              </a:defRPr>
            </a:lvl1pPr>
            <a:lvl2pPr indent="-228600" lvl="1" marL="914400" algn="l">
              <a:lnSpc>
                <a:spcPct val="90000"/>
              </a:lnSpc>
              <a:spcBef>
                <a:spcPts val="400"/>
              </a:spcBef>
              <a:spcAft>
                <a:spcPts val="0"/>
              </a:spcAft>
              <a:buSzPts val="1530"/>
              <a:buNone/>
              <a:defRPr sz="1800">
                <a:solidFill>
                  <a:srgbClr val="888888"/>
                </a:solidFill>
              </a:defRPr>
            </a:lvl2pPr>
            <a:lvl3pPr indent="-228600" lvl="2" marL="1371600" algn="l">
              <a:lnSpc>
                <a:spcPct val="90000"/>
              </a:lnSpc>
              <a:spcBef>
                <a:spcPts val="400"/>
              </a:spcBef>
              <a:spcAft>
                <a:spcPts val="0"/>
              </a:spcAft>
              <a:buSzPts val="1360"/>
              <a:buNone/>
              <a:defRPr sz="1600">
                <a:solidFill>
                  <a:srgbClr val="888888"/>
                </a:solidFill>
              </a:defRPr>
            </a:lvl3pPr>
            <a:lvl4pPr indent="-228600" lvl="3" marL="1828800" algn="l">
              <a:lnSpc>
                <a:spcPct val="90000"/>
              </a:lnSpc>
              <a:spcBef>
                <a:spcPts val="400"/>
              </a:spcBef>
              <a:spcAft>
                <a:spcPts val="0"/>
              </a:spcAft>
              <a:buSzPts val="1190"/>
              <a:buNone/>
              <a:defRPr sz="1400">
                <a:solidFill>
                  <a:srgbClr val="888888"/>
                </a:solidFill>
              </a:defRPr>
            </a:lvl4pPr>
            <a:lvl5pPr indent="-228600" lvl="4" marL="2286000" algn="l">
              <a:lnSpc>
                <a:spcPct val="90000"/>
              </a:lnSpc>
              <a:spcBef>
                <a:spcPts val="400"/>
              </a:spcBef>
              <a:spcAft>
                <a:spcPts val="0"/>
              </a:spcAft>
              <a:buSzPts val="1190"/>
              <a:buNone/>
              <a:defRPr sz="1400">
                <a:solidFill>
                  <a:srgbClr val="888888"/>
                </a:solidFill>
              </a:defRPr>
            </a:lvl5pPr>
            <a:lvl6pPr indent="-228600" lvl="5" marL="2743200" algn="l">
              <a:lnSpc>
                <a:spcPct val="90000"/>
              </a:lnSpc>
              <a:spcBef>
                <a:spcPts val="400"/>
              </a:spcBef>
              <a:spcAft>
                <a:spcPts val="0"/>
              </a:spcAft>
              <a:buSzPts val="1190"/>
              <a:buNone/>
              <a:defRPr sz="1400">
                <a:solidFill>
                  <a:srgbClr val="888888"/>
                </a:solidFill>
              </a:defRPr>
            </a:lvl6pPr>
            <a:lvl7pPr indent="-228600" lvl="6" marL="3200400" algn="l">
              <a:lnSpc>
                <a:spcPct val="90000"/>
              </a:lnSpc>
              <a:spcBef>
                <a:spcPts val="400"/>
              </a:spcBef>
              <a:spcAft>
                <a:spcPts val="0"/>
              </a:spcAft>
              <a:buSzPts val="1190"/>
              <a:buNone/>
              <a:defRPr sz="1400">
                <a:solidFill>
                  <a:srgbClr val="888888"/>
                </a:solidFill>
              </a:defRPr>
            </a:lvl7pPr>
            <a:lvl8pPr indent="-228600" lvl="7" marL="3657600" algn="l">
              <a:lnSpc>
                <a:spcPct val="90000"/>
              </a:lnSpc>
              <a:spcBef>
                <a:spcPts val="400"/>
              </a:spcBef>
              <a:spcAft>
                <a:spcPts val="0"/>
              </a:spcAft>
              <a:buSzPts val="1190"/>
              <a:buNone/>
              <a:defRPr sz="1400">
                <a:solidFill>
                  <a:srgbClr val="888888"/>
                </a:solidFill>
              </a:defRPr>
            </a:lvl8pPr>
            <a:lvl9pPr indent="-228600" lvl="8" marL="4114800" algn="l">
              <a:lnSpc>
                <a:spcPct val="90000"/>
              </a:lnSpc>
              <a:spcBef>
                <a:spcPts val="400"/>
              </a:spcBef>
              <a:spcAft>
                <a:spcPts val="200"/>
              </a:spcAft>
              <a:buSzPts val="1190"/>
              <a:buNone/>
              <a:defRPr sz="1400">
                <a:solidFill>
                  <a:srgbClr val="888888"/>
                </a:solidFill>
              </a:defRPr>
            </a:lvl9pPr>
          </a:lstStyle>
          <a:p/>
        </p:txBody>
      </p:sp>
      <p:sp>
        <p:nvSpPr>
          <p:cNvPr id="86" name="Google Shape;86;p17"/>
          <p:cNvSpPr txBox="1"/>
          <p:nvPr>
            <p:ph idx="10" type="dt"/>
          </p:nvPr>
        </p:nvSpPr>
        <p:spPr>
          <a:xfrm>
            <a:off x="6445251" y="4704589"/>
            <a:ext cx="1983232" cy="273844"/>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rgbClr val="345D7E"/>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17"/>
          <p:cNvSpPr txBox="1"/>
          <p:nvPr>
            <p:ph idx="11" type="ftr"/>
          </p:nvPr>
        </p:nvSpPr>
        <p:spPr>
          <a:xfrm>
            <a:off x="1623376" y="4711701"/>
            <a:ext cx="4745736"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345D7E"/>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grpSp>
        <p:nvGrpSpPr>
          <p:cNvPr id="88" name="Google Shape;88;p17"/>
          <p:cNvGrpSpPr/>
          <p:nvPr/>
        </p:nvGrpSpPr>
        <p:grpSpPr>
          <a:xfrm>
            <a:off x="633862" y="1822967"/>
            <a:ext cx="914400" cy="685800"/>
            <a:chOff x="9685338" y="4460675"/>
            <a:chExt cx="1080904" cy="1080902"/>
          </a:xfrm>
        </p:grpSpPr>
        <p:sp>
          <p:nvSpPr>
            <p:cNvPr id="89" name="Google Shape;89;p17"/>
            <p:cNvSpPr/>
            <p:nvPr/>
          </p:nvSpPr>
          <p:spPr>
            <a:xfrm>
              <a:off x="9685338" y="4460675"/>
              <a:ext cx="1080904" cy="1080902"/>
            </a:xfrm>
            <a:prstGeom prst="ellipse">
              <a:avLst/>
            </a:prstGeom>
            <a:blipFill rotWithShape="1">
              <a:blip r:embed="rId3">
                <a:alphaModFix/>
              </a:blip>
              <a:tile algn="tl" flip="none" tx="0" sx="85000" ty="0" sy="85000"/>
            </a:blip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2000"/>
                <a:buFont typeface="Trebuchet MS"/>
                <a:buNone/>
              </a:pPr>
              <a:r>
                <a:t/>
              </a:r>
              <a:endParaRPr b="1" i="0" sz="2000" u="none" cap="none" strike="noStrike">
                <a:solidFill>
                  <a:srgbClr val="FFFFFF"/>
                </a:solidFill>
                <a:latin typeface="Rockwell"/>
                <a:ea typeface="Rockwell"/>
                <a:cs typeface="Rockwell"/>
                <a:sym typeface="Rockwell"/>
              </a:endParaRPr>
            </a:p>
          </p:txBody>
        </p:sp>
        <p:sp>
          <p:nvSpPr>
            <p:cNvPr id="90" name="Google Shape;90;p17"/>
            <p:cNvSpPr/>
            <p:nvPr/>
          </p:nvSpPr>
          <p:spPr>
            <a:xfrm>
              <a:off x="9793429" y="4568765"/>
              <a:ext cx="864723" cy="864722"/>
            </a:xfrm>
            <a:prstGeom prst="ellipse">
              <a:avLst/>
            </a:prstGeom>
            <a:no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rebuchet MS"/>
                <a:buNone/>
              </a:pPr>
              <a:r>
                <a:t/>
              </a:r>
              <a:endParaRPr b="0" i="0" sz="1800" u="none" cap="none" strike="noStrike">
                <a:solidFill>
                  <a:srgbClr val="FFFFFF"/>
                </a:solidFill>
                <a:latin typeface="Calibri"/>
                <a:ea typeface="Calibri"/>
                <a:cs typeface="Calibri"/>
                <a:sym typeface="Calibri"/>
              </a:endParaRPr>
            </a:p>
          </p:txBody>
        </p:sp>
      </p:grpSp>
      <p:sp>
        <p:nvSpPr>
          <p:cNvPr id="91" name="Google Shape;91;p17"/>
          <p:cNvSpPr txBox="1"/>
          <p:nvPr>
            <p:ph idx="12" type="sldNum"/>
          </p:nvPr>
        </p:nvSpPr>
        <p:spPr>
          <a:xfrm>
            <a:off x="645450" y="1881455"/>
            <a:ext cx="891224" cy="540249"/>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b="1" sz="2800">
                <a:solidFill>
                  <a:srgbClr val="FFFFFF"/>
                </a:solidFill>
                <a:latin typeface="Trebuchet MS"/>
                <a:ea typeface="Trebuchet MS"/>
                <a:cs typeface="Trebuchet MS"/>
                <a:sym typeface="Trebuchet MS"/>
              </a:defRPr>
            </a:lvl1pPr>
            <a:lvl2pPr indent="0" lvl="1" marL="0" algn="ctr">
              <a:spcBef>
                <a:spcPts val="0"/>
              </a:spcBef>
              <a:buNone/>
              <a:defRPr b="1" sz="2800">
                <a:solidFill>
                  <a:srgbClr val="FFFFFF"/>
                </a:solidFill>
                <a:latin typeface="Trebuchet MS"/>
                <a:ea typeface="Trebuchet MS"/>
                <a:cs typeface="Trebuchet MS"/>
                <a:sym typeface="Trebuchet MS"/>
              </a:defRPr>
            </a:lvl2pPr>
            <a:lvl3pPr indent="0" lvl="2" marL="0" algn="ctr">
              <a:spcBef>
                <a:spcPts val="0"/>
              </a:spcBef>
              <a:buNone/>
              <a:defRPr b="1" sz="2800">
                <a:solidFill>
                  <a:srgbClr val="FFFFFF"/>
                </a:solidFill>
                <a:latin typeface="Trebuchet MS"/>
                <a:ea typeface="Trebuchet MS"/>
                <a:cs typeface="Trebuchet MS"/>
                <a:sym typeface="Trebuchet MS"/>
              </a:defRPr>
            </a:lvl3pPr>
            <a:lvl4pPr indent="0" lvl="3" marL="0" algn="ctr">
              <a:spcBef>
                <a:spcPts val="0"/>
              </a:spcBef>
              <a:buNone/>
              <a:defRPr b="1" sz="2800">
                <a:solidFill>
                  <a:srgbClr val="FFFFFF"/>
                </a:solidFill>
                <a:latin typeface="Trebuchet MS"/>
                <a:ea typeface="Trebuchet MS"/>
                <a:cs typeface="Trebuchet MS"/>
                <a:sym typeface="Trebuchet MS"/>
              </a:defRPr>
            </a:lvl4pPr>
            <a:lvl5pPr indent="0" lvl="4" marL="0" algn="ctr">
              <a:spcBef>
                <a:spcPts val="0"/>
              </a:spcBef>
              <a:buNone/>
              <a:defRPr b="1" sz="2800">
                <a:solidFill>
                  <a:srgbClr val="FFFFFF"/>
                </a:solidFill>
                <a:latin typeface="Trebuchet MS"/>
                <a:ea typeface="Trebuchet MS"/>
                <a:cs typeface="Trebuchet MS"/>
                <a:sym typeface="Trebuchet MS"/>
              </a:defRPr>
            </a:lvl5pPr>
            <a:lvl6pPr indent="0" lvl="5" marL="0" algn="ctr">
              <a:spcBef>
                <a:spcPts val="0"/>
              </a:spcBef>
              <a:buNone/>
              <a:defRPr b="1" sz="2800">
                <a:solidFill>
                  <a:srgbClr val="FFFFFF"/>
                </a:solidFill>
                <a:latin typeface="Trebuchet MS"/>
                <a:ea typeface="Trebuchet MS"/>
                <a:cs typeface="Trebuchet MS"/>
                <a:sym typeface="Trebuchet MS"/>
              </a:defRPr>
            </a:lvl6pPr>
            <a:lvl7pPr indent="0" lvl="6" marL="0" algn="ctr">
              <a:spcBef>
                <a:spcPts val="0"/>
              </a:spcBef>
              <a:buNone/>
              <a:defRPr b="1" sz="2800">
                <a:solidFill>
                  <a:srgbClr val="FFFFFF"/>
                </a:solidFill>
                <a:latin typeface="Trebuchet MS"/>
                <a:ea typeface="Trebuchet MS"/>
                <a:cs typeface="Trebuchet MS"/>
                <a:sym typeface="Trebuchet MS"/>
              </a:defRPr>
            </a:lvl7pPr>
            <a:lvl8pPr indent="0" lvl="7" marL="0" algn="ctr">
              <a:spcBef>
                <a:spcPts val="0"/>
              </a:spcBef>
              <a:buNone/>
              <a:defRPr b="1" sz="2800">
                <a:solidFill>
                  <a:srgbClr val="FFFFFF"/>
                </a:solidFill>
                <a:latin typeface="Trebuchet MS"/>
                <a:ea typeface="Trebuchet MS"/>
                <a:cs typeface="Trebuchet MS"/>
                <a:sym typeface="Trebuchet MS"/>
              </a:defRPr>
            </a:lvl8pPr>
            <a:lvl9pPr indent="0" lvl="8" marL="0" algn="ctr">
              <a:spcBef>
                <a:spcPts val="0"/>
              </a:spcBef>
              <a:buNone/>
              <a:defRPr b="1" sz="2800">
                <a:solidFill>
                  <a:srgbClr val="FFFFFF"/>
                </a:solidFill>
                <a:latin typeface="Trebuchet MS"/>
                <a:ea typeface="Trebuchet MS"/>
                <a:cs typeface="Trebuchet MS"/>
                <a:sym typeface="Trebuchet MS"/>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92" name="Shape 92"/>
        <p:cNvGrpSpPr/>
        <p:nvPr/>
      </p:nvGrpSpPr>
      <p:grpSpPr>
        <a:xfrm>
          <a:off x="0" y="0"/>
          <a:ext cx="0" cy="0"/>
          <a:chOff x="0" y="0"/>
          <a:chExt cx="0" cy="0"/>
        </a:xfrm>
      </p:grpSpPr>
      <p:sp>
        <p:nvSpPr>
          <p:cNvPr id="93" name="Google Shape;93;p18"/>
          <p:cNvSpPr txBox="1"/>
          <p:nvPr>
            <p:ph type="title"/>
          </p:nvPr>
        </p:nvSpPr>
        <p:spPr>
          <a:xfrm>
            <a:off x="685800" y="363474"/>
            <a:ext cx="7772400" cy="120700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4" name="Google Shape;94;p18"/>
          <p:cNvSpPr txBox="1"/>
          <p:nvPr>
            <p:ph idx="1" type="body"/>
          </p:nvPr>
        </p:nvSpPr>
        <p:spPr>
          <a:xfrm>
            <a:off x="685800" y="1645920"/>
            <a:ext cx="3657600" cy="2983230"/>
          </a:xfrm>
          <a:prstGeom prst="rect">
            <a:avLst/>
          </a:prstGeom>
          <a:noFill/>
          <a:ln>
            <a:noFill/>
          </a:ln>
        </p:spPr>
        <p:txBody>
          <a:bodyPr anchorCtr="0" anchor="t" bIns="45700" lIns="91425" spcFirstLastPara="1" rIns="91425" wrap="square" tIns="45700">
            <a:normAutofit/>
          </a:bodyPr>
          <a:lstStyle>
            <a:lvl1pPr indent="-336550" lvl="0" marL="457200" algn="l">
              <a:lnSpc>
                <a:spcPct val="90000"/>
              </a:lnSpc>
              <a:spcBef>
                <a:spcPts val="1200"/>
              </a:spcBef>
              <a:spcAft>
                <a:spcPts val="0"/>
              </a:spcAft>
              <a:buSzPts val="1700"/>
              <a:buChar char="▪"/>
              <a:defRPr sz="2000"/>
            </a:lvl1pPr>
            <a:lvl2pPr indent="-325755" lvl="1" marL="914400" algn="l">
              <a:lnSpc>
                <a:spcPct val="90000"/>
              </a:lnSpc>
              <a:spcBef>
                <a:spcPts val="400"/>
              </a:spcBef>
              <a:spcAft>
                <a:spcPts val="0"/>
              </a:spcAft>
              <a:buSzPts val="1530"/>
              <a:buChar char="▪"/>
              <a:defRPr sz="1800"/>
            </a:lvl2pPr>
            <a:lvl3pPr indent="-314960" lvl="2" marL="1371600" algn="l">
              <a:lnSpc>
                <a:spcPct val="90000"/>
              </a:lnSpc>
              <a:spcBef>
                <a:spcPts val="400"/>
              </a:spcBef>
              <a:spcAft>
                <a:spcPts val="0"/>
              </a:spcAft>
              <a:buSzPts val="1360"/>
              <a:buChar char="▪"/>
              <a:defRPr sz="1600"/>
            </a:lvl3pPr>
            <a:lvl4pPr indent="-314960" lvl="3" marL="1828800" algn="l">
              <a:lnSpc>
                <a:spcPct val="90000"/>
              </a:lnSpc>
              <a:spcBef>
                <a:spcPts val="400"/>
              </a:spcBef>
              <a:spcAft>
                <a:spcPts val="0"/>
              </a:spcAft>
              <a:buSzPts val="1360"/>
              <a:buChar char="▪"/>
              <a:defRPr sz="1600"/>
            </a:lvl4pPr>
            <a:lvl5pPr indent="-314960" lvl="4" marL="2286000" algn="l">
              <a:lnSpc>
                <a:spcPct val="90000"/>
              </a:lnSpc>
              <a:spcBef>
                <a:spcPts val="400"/>
              </a:spcBef>
              <a:spcAft>
                <a:spcPts val="0"/>
              </a:spcAft>
              <a:buSzPts val="1360"/>
              <a:buChar char="▪"/>
              <a:defRPr sz="1600"/>
            </a:lvl5pPr>
            <a:lvl6pPr indent="-325754" lvl="5" marL="2743200" algn="l">
              <a:lnSpc>
                <a:spcPct val="90000"/>
              </a:lnSpc>
              <a:spcBef>
                <a:spcPts val="400"/>
              </a:spcBef>
              <a:spcAft>
                <a:spcPts val="0"/>
              </a:spcAft>
              <a:buSzPts val="1530"/>
              <a:buChar char="▪"/>
              <a:defRPr sz="1800"/>
            </a:lvl6pPr>
            <a:lvl7pPr indent="-325754" lvl="6" marL="3200400" algn="l">
              <a:lnSpc>
                <a:spcPct val="90000"/>
              </a:lnSpc>
              <a:spcBef>
                <a:spcPts val="400"/>
              </a:spcBef>
              <a:spcAft>
                <a:spcPts val="0"/>
              </a:spcAft>
              <a:buSzPts val="1530"/>
              <a:buChar char="▪"/>
              <a:defRPr sz="1800"/>
            </a:lvl7pPr>
            <a:lvl8pPr indent="-325754" lvl="7" marL="3657600" algn="l">
              <a:lnSpc>
                <a:spcPct val="90000"/>
              </a:lnSpc>
              <a:spcBef>
                <a:spcPts val="400"/>
              </a:spcBef>
              <a:spcAft>
                <a:spcPts val="0"/>
              </a:spcAft>
              <a:buSzPts val="1530"/>
              <a:buChar char="▪"/>
              <a:defRPr sz="1800"/>
            </a:lvl8pPr>
            <a:lvl9pPr indent="-325754" lvl="8" marL="4114800" algn="l">
              <a:lnSpc>
                <a:spcPct val="90000"/>
              </a:lnSpc>
              <a:spcBef>
                <a:spcPts val="400"/>
              </a:spcBef>
              <a:spcAft>
                <a:spcPts val="200"/>
              </a:spcAft>
              <a:buSzPts val="1530"/>
              <a:buChar char="▪"/>
              <a:defRPr sz="1800"/>
            </a:lvl9pPr>
          </a:lstStyle>
          <a:p/>
        </p:txBody>
      </p:sp>
      <p:sp>
        <p:nvSpPr>
          <p:cNvPr id="95" name="Google Shape;95;p18"/>
          <p:cNvSpPr txBox="1"/>
          <p:nvPr>
            <p:ph idx="2" type="body"/>
          </p:nvPr>
        </p:nvSpPr>
        <p:spPr>
          <a:xfrm>
            <a:off x="4792218" y="1645920"/>
            <a:ext cx="3657600" cy="2983230"/>
          </a:xfrm>
          <a:prstGeom prst="rect">
            <a:avLst/>
          </a:prstGeom>
          <a:noFill/>
          <a:ln>
            <a:noFill/>
          </a:ln>
        </p:spPr>
        <p:txBody>
          <a:bodyPr anchorCtr="0" anchor="t" bIns="45700" lIns="91425" spcFirstLastPara="1" rIns="91425" wrap="square" tIns="45700">
            <a:normAutofit/>
          </a:bodyPr>
          <a:lstStyle>
            <a:lvl1pPr indent="-336550" lvl="0" marL="457200" algn="l">
              <a:lnSpc>
                <a:spcPct val="90000"/>
              </a:lnSpc>
              <a:spcBef>
                <a:spcPts val="1200"/>
              </a:spcBef>
              <a:spcAft>
                <a:spcPts val="0"/>
              </a:spcAft>
              <a:buSzPts val="1700"/>
              <a:buChar char="▪"/>
              <a:defRPr sz="2000"/>
            </a:lvl1pPr>
            <a:lvl2pPr indent="-325755" lvl="1" marL="914400" algn="l">
              <a:lnSpc>
                <a:spcPct val="90000"/>
              </a:lnSpc>
              <a:spcBef>
                <a:spcPts val="400"/>
              </a:spcBef>
              <a:spcAft>
                <a:spcPts val="0"/>
              </a:spcAft>
              <a:buSzPts val="1530"/>
              <a:buChar char="▪"/>
              <a:defRPr sz="1800"/>
            </a:lvl2pPr>
            <a:lvl3pPr indent="-314960" lvl="2" marL="1371600" algn="l">
              <a:lnSpc>
                <a:spcPct val="90000"/>
              </a:lnSpc>
              <a:spcBef>
                <a:spcPts val="400"/>
              </a:spcBef>
              <a:spcAft>
                <a:spcPts val="0"/>
              </a:spcAft>
              <a:buSzPts val="1360"/>
              <a:buChar char="▪"/>
              <a:defRPr sz="1600"/>
            </a:lvl3pPr>
            <a:lvl4pPr indent="-314960" lvl="3" marL="1828800" algn="l">
              <a:lnSpc>
                <a:spcPct val="90000"/>
              </a:lnSpc>
              <a:spcBef>
                <a:spcPts val="400"/>
              </a:spcBef>
              <a:spcAft>
                <a:spcPts val="0"/>
              </a:spcAft>
              <a:buSzPts val="1360"/>
              <a:buChar char="▪"/>
              <a:defRPr sz="1600"/>
            </a:lvl4pPr>
            <a:lvl5pPr indent="-314960" lvl="4" marL="2286000" algn="l">
              <a:lnSpc>
                <a:spcPct val="90000"/>
              </a:lnSpc>
              <a:spcBef>
                <a:spcPts val="400"/>
              </a:spcBef>
              <a:spcAft>
                <a:spcPts val="0"/>
              </a:spcAft>
              <a:buSzPts val="1360"/>
              <a:buChar char="▪"/>
              <a:defRPr sz="1600"/>
            </a:lvl5pPr>
            <a:lvl6pPr indent="-325754" lvl="5" marL="2743200" algn="l">
              <a:lnSpc>
                <a:spcPct val="90000"/>
              </a:lnSpc>
              <a:spcBef>
                <a:spcPts val="400"/>
              </a:spcBef>
              <a:spcAft>
                <a:spcPts val="0"/>
              </a:spcAft>
              <a:buSzPts val="1530"/>
              <a:buChar char="▪"/>
              <a:defRPr sz="1800"/>
            </a:lvl6pPr>
            <a:lvl7pPr indent="-325754" lvl="6" marL="3200400" algn="l">
              <a:lnSpc>
                <a:spcPct val="90000"/>
              </a:lnSpc>
              <a:spcBef>
                <a:spcPts val="400"/>
              </a:spcBef>
              <a:spcAft>
                <a:spcPts val="0"/>
              </a:spcAft>
              <a:buSzPts val="1530"/>
              <a:buChar char="▪"/>
              <a:defRPr sz="1800"/>
            </a:lvl7pPr>
            <a:lvl8pPr indent="-325754" lvl="7" marL="3657600" algn="l">
              <a:lnSpc>
                <a:spcPct val="90000"/>
              </a:lnSpc>
              <a:spcBef>
                <a:spcPts val="400"/>
              </a:spcBef>
              <a:spcAft>
                <a:spcPts val="0"/>
              </a:spcAft>
              <a:buSzPts val="1530"/>
              <a:buChar char="▪"/>
              <a:defRPr sz="1800"/>
            </a:lvl8pPr>
            <a:lvl9pPr indent="-325754" lvl="8" marL="4114800" algn="l">
              <a:lnSpc>
                <a:spcPct val="90000"/>
              </a:lnSpc>
              <a:spcBef>
                <a:spcPts val="400"/>
              </a:spcBef>
              <a:spcAft>
                <a:spcPts val="200"/>
              </a:spcAft>
              <a:buSzPts val="1530"/>
              <a:buChar char="▪"/>
              <a:defRPr sz="1800"/>
            </a:lvl9pPr>
          </a:lstStyle>
          <a:p/>
        </p:txBody>
      </p:sp>
      <p:sp>
        <p:nvSpPr>
          <p:cNvPr id="96" name="Google Shape;96;p18"/>
          <p:cNvSpPr txBox="1"/>
          <p:nvPr>
            <p:ph idx="10" type="dt"/>
          </p:nvPr>
        </p:nvSpPr>
        <p:spPr>
          <a:xfrm>
            <a:off x="5992368" y="4704589"/>
            <a:ext cx="2455164" cy="273844"/>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18"/>
          <p:cNvSpPr txBox="1"/>
          <p:nvPr>
            <p:ph idx="11" type="ftr"/>
          </p:nvPr>
        </p:nvSpPr>
        <p:spPr>
          <a:xfrm>
            <a:off x="685800" y="4704589"/>
            <a:ext cx="4745736"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18"/>
          <p:cNvSpPr txBox="1"/>
          <p:nvPr>
            <p:ph idx="12" type="sldNum"/>
          </p:nvPr>
        </p:nvSpPr>
        <p:spPr>
          <a:xfrm>
            <a:off x="8483346" y="4704589"/>
            <a:ext cx="480060" cy="273844"/>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99" name="Shape 99"/>
        <p:cNvGrpSpPr/>
        <p:nvPr/>
      </p:nvGrpSpPr>
      <p:grpSpPr>
        <a:xfrm>
          <a:off x="0" y="0"/>
          <a:ext cx="0" cy="0"/>
          <a:chOff x="0" y="0"/>
          <a:chExt cx="0" cy="0"/>
        </a:xfrm>
      </p:grpSpPr>
      <p:sp>
        <p:nvSpPr>
          <p:cNvPr id="100" name="Google Shape;100;p19"/>
          <p:cNvSpPr txBox="1"/>
          <p:nvPr>
            <p:ph idx="1" type="body"/>
          </p:nvPr>
        </p:nvSpPr>
        <p:spPr>
          <a:xfrm>
            <a:off x="685800" y="1536192"/>
            <a:ext cx="3657600" cy="48006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1700"/>
              <a:buNone/>
              <a:defRPr b="1" sz="2000">
                <a:solidFill>
                  <a:srgbClr val="548BB7"/>
                </a:solidFill>
              </a:defRPr>
            </a:lvl1pPr>
            <a:lvl2pPr indent="-228600" lvl="1" marL="914400" algn="l">
              <a:lnSpc>
                <a:spcPct val="90000"/>
              </a:lnSpc>
              <a:spcBef>
                <a:spcPts val="400"/>
              </a:spcBef>
              <a:spcAft>
                <a:spcPts val="0"/>
              </a:spcAft>
              <a:buSzPts val="1700"/>
              <a:buNone/>
              <a:defRPr b="1" sz="2000"/>
            </a:lvl2pPr>
            <a:lvl3pPr indent="-228600" lvl="2" marL="1371600" algn="l">
              <a:lnSpc>
                <a:spcPct val="90000"/>
              </a:lnSpc>
              <a:spcBef>
                <a:spcPts val="400"/>
              </a:spcBef>
              <a:spcAft>
                <a:spcPts val="0"/>
              </a:spcAft>
              <a:buSzPts val="1530"/>
              <a:buNone/>
              <a:defRPr b="1" sz="1800"/>
            </a:lvl3pPr>
            <a:lvl4pPr indent="-228600" lvl="3" marL="1828800" algn="l">
              <a:lnSpc>
                <a:spcPct val="90000"/>
              </a:lnSpc>
              <a:spcBef>
                <a:spcPts val="400"/>
              </a:spcBef>
              <a:spcAft>
                <a:spcPts val="0"/>
              </a:spcAft>
              <a:buSzPts val="1360"/>
              <a:buNone/>
              <a:defRPr b="1" sz="1600"/>
            </a:lvl4pPr>
            <a:lvl5pPr indent="-228600" lvl="4" marL="2286000" algn="l">
              <a:lnSpc>
                <a:spcPct val="90000"/>
              </a:lnSpc>
              <a:spcBef>
                <a:spcPts val="400"/>
              </a:spcBef>
              <a:spcAft>
                <a:spcPts val="0"/>
              </a:spcAft>
              <a:buSzPts val="1360"/>
              <a:buNone/>
              <a:defRPr b="1" sz="1600"/>
            </a:lvl5pPr>
            <a:lvl6pPr indent="-228600" lvl="5" marL="2743200" algn="l">
              <a:lnSpc>
                <a:spcPct val="90000"/>
              </a:lnSpc>
              <a:spcBef>
                <a:spcPts val="400"/>
              </a:spcBef>
              <a:spcAft>
                <a:spcPts val="0"/>
              </a:spcAft>
              <a:buSzPts val="1360"/>
              <a:buNone/>
              <a:defRPr b="1" sz="1600"/>
            </a:lvl6pPr>
            <a:lvl7pPr indent="-228600" lvl="6" marL="3200400" algn="l">
              <a:lnSpc>
                <a:spcPct val="90000"/>
              </a:lnSpc>
              <a:spcBef>
                <a:spcPts val="400"/>
              </a:spcBef>
              <a:spcAft>
                <a:spcPts val="0"/>
              </a:spcAft>
              <a:buSzPts val="1360"/>
              <a:buNone/>
              <a:defRPr b="1" sz="1600"/>
            </a:lvl7pPr>
            <a:lvl8pPr indent="-228600" lvl="7" marL="3657600" algn="l">
              <a:lnSpc>
                <a:spcPct val="90000"/>
              </a:lnSpc>
              <a:spcBef>
                <a:spcPts val="400"/>
              </a:spcBef>
              <a:spcAft>
                <a:spcPts val="0"/>
              </a:spcAft>
              <a:buSzPts val="1360"/>
              <a:buNone/>
              <a:defRPr b="1" sz="1600"/>
            </a:lvl8pPr>
            <a:lvl9pPr indent="-228600" lvl="8" marL="4114800" algn="l">
              <a:lnSpc>
                <a:spcPct val="90000"/>
              </a:lnSpc>
              <a:spcBef>
                <a:spcPts val="400"/>
              </a:spcBef>
              <a:spcAft>
                <a:spcPts val="200"/>
              </a:spcAft>
              <a:buSzPts val="1360"/>
              <a:buNone/>
              <a:defRPr b="1" sz="1600"/>
            </a:lvl9pPr>
          </a:lstStyle>
          <a:p/>
        </p:txBody>
      </p:sp>
      <p:sp>
        <p:nvSpPr>
          <p:cNvPr id="101" name="Google Shape;101;p19"/>
          <p:cNvSpPr txBox="1"/>
          <p:nvPr>
            <p:ph idx="2" type="body"/>
          </p:nvPr>
        </p:nvSpPr>
        <p:spPr>
          <a:xfrm>
            <a:off x="685800" y="2057400"/>
            <a:ext cx="3657600" cy="2468880"/>
          </a:xfrm>
          <a:prstGeom prst="rect">
            <a:avLst/>
          </a:prstGeom>
          <a:noFill/>
          <a:ln>
            <a:noFill/>
          </a:ln>
        </p:spPr>
        <p:txBody>
          <a:bodyPr anchorCtr="0" anchor="t" bIns="45700" lIns="91425" spcFirstLastPara="1" rIns="91425" wrap="square" tIns="45700">
            <a:normAutofit/>
          </a:bodyPr>
          <a:lstStyle>
            <a:lvl1pPr indent="-336550" lvl="0" marL="457200" algn="l">
              <a:lnSpc>
                <a:spcPct val="90000"/>
              </a:lnSpc>
              <a:spcBef>
                <a:spcPts val="1200"/>
              </a:spcBef>
              <a:spcAft>
                <a:spcPts val="0"/>
              </a:spcAft>
              <a:buSzPts val="1700"/>
              <a:buChar char="▪"/>
              <a:defRPr sz="2000"/>
            </a:lvl1pPr>
            <a:lvl2pPr indent="-325755" lvl="1" marL="914400" algn="l">
              <a:lnSpc>
                <a:spcPct val="90000"/>
              </a:lnSpc>
              <a:spcBef>
                <a:spcPts val="400"/>
              </a:spcBef>
              <a:spcAft>
                <a:spcPts val="0"/>
              </a:spcAft>
              <a:buSzPts val="1530"/>
              <a:buChar char="▪"/>
              <a:defRPr sz="1800"/>
            </a:lvl2pPr>
            <a:lvl3pPr indent="-314960" lvl="2" marL="1371600" algn="l">
              <a:lnSpc>
                <a:spcPct val="90000"/>
              </a:lnSpc>
              <a:spcBef>
                <a:spcPts val="400"/>
              </a:spcBef>
              <a:spcAft>
                <a:spcPts val="0"/>
              </a:spcAft>
              <a:buSzPts val="1360"/>
              <a:buChar char="▪"/>
              <a:defRPr sz="1600"/>
            </a:lvl3pPr>
            <a:lvl4pPr indent="-314960" lvl="3" marL="1828800" algn="l">
              <a:lnSpc>
                <a:spcPct val="90000"/>
              </a:lnSpc>
              <a:spcBef>
                <a:spcPts val="400"/>
              </a:spcBef>
              <a:spcAft>
                <a:spcPts val="0"/>
              </a:spcAft>
              <a:buSzPts val="1360"/>
              <a:buChar char="▪"/>
              <a:defRPr sz="1600"/>
            </a:lvl4pPr>
            <a:lvl5pPr indent="-314960" lvl="4" marL="2286000" algn="l">
              <a:lnSpc>
                <a:spcPct val="90000"/>
              </a:lnSpc>
              <a:spcBef>
                <a:spcPts val="400"/>
              </a:spcBef>
              <a:spcAft>
                <a:spcPts val="0"/>
              </a:spcAft>
              <a:buSzPts val="1360"/>
              <a:buChar char="▪"/>
              <a:defRPr sz="1600"/>
            </a:lvl5pPr>
            <a:lvl6pPr indent="-314960" lvl="5" marL="2743200" algn="l">
              <a:lnSpc>
                <a:spcPct val="90000"/>
              </a:lnSpc>
              <a:spcBef>
                <a:spcPts val="400"/>
              </a:spcBef>
              <a:spcAft>
                <a:spcPts val="0"/>
              </a:spcAft>
              <a:buSzPts val="1360"/>
              <a:buChar char="▪"/>
              <a:defRPr sz="1600"/>
            </a:lvl6pPr>
            <a:lvl7pPr indent="-314960" lvl="6" marL="3200400" algn="l">
              <a:lnSpc>
                <a:spcPct val="90000"/>
              </a:lnSpc>
              <a:spcBef>
                <a:spcPts val="400"/>
              </a:spcBef>
              <a:spcAft>
                <a:spcPts val="0"/>
              </a:spcAft>
              <a:buSzPts val="1360"/>
              <a:buChar char="▪"/>
              <a:defRPr sz="1600"/>
            </a:lvl7pPr>
            <a:lvl8pPr indent="-314959" lvl="7" marL="3657600" algn="l">
              <a:lnSpc>
                <a:spcPct val="90000"/>
              </a:lnSpc>
              <a:spcBef>
                <a:spcPts val="400"/>
              </a:spcBef>
              <a:spcAft>
                <a:spcPts val="0"/>
              </a:spcAft>
              <a:buSzPts val="1360"/>
              <a:buChar char="▪"/>
              <a:defRPr sz="1600"/>
            </a:lvl8pPr>
            <a:lvl9pPr indent="-314959" lvl="8" marL="4114800" algn="l">
              <a:lnSpc>
                <a:spcPct val="90000"/>
              </a:lnSpc>
              <a:spcBef>
                <a:spcPts val="400"/>
              </a:spcBef>
              <a:spcAft>
                <a:spcPts val="200"/>
              </a:spcAft>
              <a:buSzPts val="1360"/>
              <a:buChar char="▪"/>
              <a:defRPr sz="1600"/>
            </a:lvl9pPr>
          </a:lstStyle>
          <a:p/>
        </p:txBody>
      </p:sp>
      <p:sp>
        <p:nvSpPr>
          <p:cNvPr id="102" name="Google Shape;102;p19"/>
          <p:cNvSpPr txBox="1"/>
          <p:nvPr>
            <p:ph idx="3" type="body"/>
          </p:nvPr>
        </p:nvSpPr>
        <p:spPr>
          <a:xfrm>
            <a:off x="4820793" y="1536192"/>
            <a:ext cx="3657600" cy="48006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1700"/>
              <a:buNone/>
              <a:defRPr b="1" sz="2000">
                <a:solidFill>
                  <a:srgbClr val="548BB7"/>
                </a:solidFill>
              </a:defRPr>
            </a:lvl1pPr>
            <a:lvl2pPr indent="-228600" lvl="1" marL="914400" algn="l">
              <a:lnSpc>
                <a:spcPct val="90000"/>
              </a:lnSpc>
              <a:spcBef>
                <a:spcPts val="400"/>
              </a:spcBef>
              <a:spcAft>
                <a:spcPts val="0"/>
              </a:spcAft>
              <a:buSzPts val="1700"/>
              <a:buNone/>
              <a:defRPr b="1" sz="2000"/>
            </a:lvl2pPr>
            <a:lvl3pPr indent="-228600" lvl="2" marL="1371600" algn="l">
              <a:lnSpc>
                <a:spcPct val="90000"/>
              </a:lnSpc>
              <a:spcBef>
                <a:spcPts val="400"/>
              </a:spcBef>
              <a:spcAft>
                <a:spcPts val="0"/>
              </a:spcAft>
              <a:buSzPts val="1530"/>
              <a:buNone/>
              <a:defRPr b="1" sz="1800"/>
            </a:lvl3pPr>
            <a:lvl4pPr indent="-228600" lvl="3" marL="1828800" algn="l">
              <a:lnSpc>
                <a:spcPct val="90000"/>
              </a:lnSpc>
              <a:spcBef>
                <a:spcPts val="400"/>
              </a:spcBef>
              <a:spcAft>
                <a:spcPts val="0"/>
              </a:spcAft>
              <a:buSzPts val="1360"/>
              <a:buNone/>
              <a:defRPr b="1" sz="1600"/>
            </a:lvl4pPr>
            <a:lvl5pPr indent="-228600" lvl="4" marL="2286000" algn="l">
              <a:lnSpc>
                <a:spcPct val="90000"/>
              </a:lnSpc>
              <a:spcBef>
                <a:spcPts val="400"/>
              </a:spcBef>
              <a:spcAft>
                <a:spcPts val="0"/>
              </a:spcAft>
              <a:buSzPts val="1360"/>
              <a:buNone/>
              <a:defRPr b="1" sz="1600"/>
            </a:lvl5pPr>
            <a:lvl6pPr indent="-228600" lvl="5" marL="2743200" algn="l">
              <a:lnSpc>
                <a:spcPct val="90000"/>
              </a:lnSpc>
              <a:spcBef>
                <a:spcPts val="400"/>
              </a:spcBef>
              <a:spcAft>
                <a:spcPts val="0"/>
              </a:spcAft>
              <a:buSzPts val="1360"/>
              <a:buNone/>
              <a:defRPr b="1" sz="1600"/>
            </a:lvl6pPr>
            <a:lvl7pPr indent="-228600" lvl="6" marL="3200400" algn="l">
              <a:lnSpc>
                <a:spcPct val="90000"/>
              </a:lnSpc>
              <a:spcBef>
                <a:spcPts val="400"/>
              </a:spcBef>
              <a:spcAft>
                <a:spcPts val="0"/>
              </a:spcAft>
              <a:buSzPts val="1360"/>
              <a:buNone/>
              <a:defRPr b="1" sz="1600"/>
            </a:lvl7pPr>
            <a:lvl8pPr indent="-228600" lvl="7" marL="3657600" algn="l">
              <a:lnSpc>
                <a:spcPct val="90000"/>
              </a:lnSpc>
              <a:spcBef>
                <a:spcPts val="400"/>
              </a:spcBef>
              <a:spcAft>
                <a:spcPts val="0"/>
              </a:spcAft>
              <a:buSzPts val="1360"/>
              <a:buNone/>
              <a:defRPr b="1" sz="1600"/>
            </a:lvl8pPr>
            <a:lvl9pPr indent="-228600" lvl="8" marL="4114800" algn="l">
              <a:lnSpc>
                <a:spcPct val="90000"/>
              </a:lnSpc>
              <a:spcBef>
                <a:spcPts val="400"/>
              </a:spcBef>
              <a:spcAft>
                <a:spcPts val="200"/>
              </a:spcAft>
              <a:buSzPts val="1360"/>
              <a:buNone/>
              <a:defRPr b="1" sz="1600"/>
            </a:lvl9pPr>
          </a:lstStyle>
          <a:p/>
        </p:txBody>
      </p:sp>
      <p:sp>
        <p:nvSpPr>
          <p:cNvPr id="103" name="Google Shape;103;p19"/>
          <p:cNvSpPr txBox="1"/>
          <p:nvPr>
            <p:ph idx="4" type="body"/>
          </p:nvPr>
        </p:nvSpPr>
        <p:spPr>
          <a:xfrm>
            <a:off x="4820793" y="2057400"/>
            <a:ext cx="3657600" cy="2468880"/>
          </a:xfrm>
          <a:prstGeom prst="rect">
            <a:avLst/>
          </a:prstGeom>
          <a:noFill/>
          <a:ln>
            <a:noFill/>
          </a:ln>
        </p:spPr>
        <p:txBody>
          <a:bodyPr anchorCtr="0" anchor="t" bIns="45700" lIns="91425" spcFirstLastPara="1" rIns="91425" wrap="square" tIns="45700">
            <a:normAutofit/>
          </a:bodyPr>
          <a:lstStyle>
            <a:lvl1pPr indent="-336550" lvl="0" marL="457200" algn="l">
              <a:lnSpc>
                <a:spcPct val="90000"/>
              </a:lnSpc>
              <a:spcBef>
                <a:spcPts val="1200"/>
              </a:spcBef>
              <a:spcAft>
                <a:spcPts val="0"/>
              </a:spcAft>
              <a:buSzPts val="1700"/>
              <a:buChar char="▪"/>
              <a:defRPr sz="2000"/>
            </a:lvl1pPr>
            <a:lvl2pPr indent="-325755" lvl="1" marL="914400" algn="l">
              <a:lnSpc>
                <a:spcPct val="90000"/>
              </a:lnSpc>
              <a:spcBef>
                <a:spcPts val="400"/>
              </a:spcBef>
              <a:spcAft>
                <a:spcPts val="0"/>
              </a:spcAft>
              <a:buSzPts val="1530"/>
              <a:buChar char="▪"/>
              <a:defRPr sz="1800"/>
            </a:lvl2pPr>
            <a:lvl3pPr indent="-314960" lvl="2" marL="1371600" algn="l">
              <a:lnSpc>
                <a:spcPct val="90000"/>
              </a:lnSpc>
              <a:spcBef>
                <a:spcPts val="400"/>
              </a:spcBef>
              <a:spcAft>
                <a:spcPts val="0"/>
              </a:spcAft>
              <a:buSzPts val="1360"/>
              <a:buChar char="▪"/>
              <a:defRPr sz="1600"/>
            </a:lvl3pPr>
            <a:lvl4pPr indent="-314960" lvl="3" marL="1828800" algn="l">
              <a:lnSpc>
                <a:spcPct val="90000"/>
              </a:lnSpc>
              <a:spcBef>
                <a:spcPts val="400"/>
              </a:spcBef>
              <a:spcAft>
                <a:spcPts val="0"/>
              </a:spcAft>
              <a:buSzPts val="1360"/>
              <a:buChar char="▪"/>
              <a:defRPr sz="1600"/>
            </a:lvl4pPr>
            <a:lvl5pPr indent="-314960" lvl="4" marL="2286000" algn="l">
              <a:lnSpc>
                <a:spcPct val="90000"/>
              </a:lnSpc>
              <a:spcBef>
                <a:spcPts val="400"/>
              </a:spcBef>
              <a:spcAft>
                <a:spcPts val="0"/>
              </a:spcAft>
              <a:buSzPts val="1360"/>
              <a:buChar char="▪"/>
              <a:defRPr sz="1600"/>
            </a:lvl5pPr>
            <a:lvl6pPr indent="-314960" lvl="5" marL="2743200" algn="l">
              <a:lnSpc>
                <a:spcPct val="90000"/>
              </a:lnSpc>
              <a:spcBef>
                <a:spcPts val="400"/>
              </a:spcBef>
              <a:spcAft>
                <a:spcPts val="0"/>
              </a:spcAft>
              <a:buSzPts val="1360"/>
              <a:buChar char="▪"/>
              <a:defRPr sz="1600"/>
            </a:lvl6pPr>
            <a:lvl7pPr indent="-314960" lvl="6" marL="3200400" algn="l">
              <a:lnSpc>
                <a:spcPct val="90000"/>
              </a:lnSpc>
              <a:spcBef>
                <a:spcPts val="400"/>
              </a:spcBef>
              <a:spcAft>
                <a:spcPts val="0"/>
              </a:spcAft>
              <a:buSzPts val="1360"/>
              <a:buChar char="▪"/>
              <a:defRPr sz="1600"/>
            </a:lvl7pPr>
            <a:lvl8pPr indent="-314959" lvl="7" marL="3657600" algn="l">
              <a:lnSpc>
                <a:spcPct val="90000"/>
              </a:lnSpc>
              <a:spcBef>
                <a:spcPts val="400"/>
              </a:spcBef>
              <a:spcAft>
                <a:spcPts val="0"/>
              </a:spcAft>
              <a:buSzPts val="1360"/>
              <a:buChar char="▪"/>
              <a:defRPr sz="1600"/>
            </a:lvl8pPr>
            <a:lvl9pPr indent="-314959" lvl="8" marL="4114800" algn="l">
              <a:lnSpc>
                <a:spcPct val="90000"/>
              </a:lnSpc>
              <a:spcBef>
                <a:spcPts val="400"/>
              </a:spcBef>
              <a:spcAft>
                <a:spcPts val="200"/>
              </a:spcAft>
              <a:buSzPts val="1360"/>
              <a:buChar char="▪"/>
              <a:defRPr sz="1600"/>
            </a:lvl9pPr>
          </a:lstStyle>
          <a:p/>
        </p:txBody>
      </p:sp>
      <p:sp>
        <p:nvSpPr>
          <p:cNvPr id="104" name="Google Shape;104;p19"/>
          <p:cNvSpPr txBox="1"/>
          <p:nvPr>
            <p:ph idx="10" type="dt"/>
          </p:nvPr>
        </p:nvSpPr>
        <p:spPr>
          <a:xfrm>
            <a:off x="5992368" y="4704589"/>
            <a:ext cx="2455164" cy="273844"/>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19"/>
          <p:cNvSpPr txBox="1"/>
          <p:nvPr>
            <p:ph idx="11" type="ftr"/>
          </p:nvPr>
        </p:nvSpPr>
        <p:spPr>
          <a:xfrm>
            <a:off x="685800" y="4704589"/>
            <a:ext cx="4745736"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19"/>
          <p:cNvSpPr txBox="1"/>
          <p:nvPr>
            <p:ph idx="12" type="sldNum"/>
          </p:nvPr>
        </p:nvSpPr>
        <p:spPr>
          <a:xfrm>
            <a:off x="8483346" y="4704589"/>
            <a:ext cx="480060" cy="273844"/>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
              <a:t>‹#›</a:t>
            </a:fld>
            <a:endParaRPr/>
          </a:p>
        </p:txBody>
      </p:sp>
      <p:sp>
        <p:nvSpPr>
          <p:cNvPr id="107" name="Google Shape;107;p19"/>
          <p:cNvSpPr txBox="1"/>
          <p:nvPr>
            <p:ph type="title"/>
          </p:nvPr>
        </p:nvSpPr>
        <p:spPr>
          <a:xfrm>
            <a:off x="685800" y="363474"/>
            <a:ext cx="7772400" cy="120700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8" name="Shape 108"/>
        <p:cNvGrpSpPr/>
        <p:nvPr/>
      </p:nvGrpSpPr>
      <p:grpSpPr>
        <a:xfrm>
          <a:off x="0" y="0"/>
          <a:ext cx="0" cy="0"/>
          <a:chOff x="0" y="0"/>
          <a:chExt cx="0" cy="0"/>
        </a:xfrm>
      </p:grpSpPr>
      <p:sp>
        <p:nvSpPr>
          <p:cNvPr id="109" name="Google Shape;109;p20"/>
          <p:cNvSpPr txBox="1"/>
          <p:nvPr>
            <p:ph idx="10" type="dt"/>
          </p:nvPr>
        </p:nvSpPr>
        <p:spPr>
          <a:xfrm>
            <a:off x="5992368" y="4704589"/>
            <a:ext cx="2455164" cy="273844"/>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20"/>
          <p:cNvSpPr txBox="1"/>
          <p:nvPr>
            <p:ph idx="11" type="ftr"/>
          </p:nvPr>
        </p:nvSpPr>
        <p:spPr>
          <a:xfrm>
            <a:off x="685800" y="4704589"/>
            <a:ext cx="4745736"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20"/>
          <p:cNvSpPr txBox="1"/>
          <p:nvPr>
            <p:ph idx="12" type="sldNum"/>
          </p:nvPr>
        </p:nvSpPr>
        <p:spPr>
          <a:xfrm>
            <a:off x="8483346" y="4704589"/>
            <a:ext cx="480060" cy="273844"/>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112" name="Shape 112"/>
        <p:cNvGrpSpPr/>
        <p:nvPr/>
      </p:nvGrpSpPr>
      <p:grpSpPr>
        <a:xfrm>
          <a:off x="0" y="0"/>
          <a:ext cx="0" cy="0"/>
          <a:chOff x="0" y="0"/>
          <a:chExt cx="0" cy="0"/>
        </a:xfrm>
      </p:grpSpPr>
      <p:sp>
        <p:nvSpPr>
          <p:cNvPr id="113" name="Google Shape;113;p21"/>
          <p:cNvSpPr/>
          <p:nvPr/>
        </p:nvSpPr>
        <p:spPr>
          <a:xfrm>
            <a:off x="6227806" y="1"/>
            <a:ext cx="2916194" cy="5143499"/>
          </a:xfrm>
          <a:prstGeom prst="rect">
            <a:avLst/>
          </a:prstGeom>
          <a:blipFill rotWithShape="1">
            <a:blip r:embed="rId2">
              <a:alphaModFix amt="80000"/>
            </a:blip>
            <a:tile algn="ctr" flip="xy" tx="0" sx="92000" ty="-704850" sy="89000"/>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114" name="Google Shape;114;p21"/>
          <p:cNvSpPr txBox="1"/>
          <p:nvPr>
            <p:ph type="title"/>
          </p:nvPr>
        </p:nvSpPr>
        <p:spPr>
          <a:xfrm>
            <a:off x="6412230" y="514350"/>
            <a:ext cx="2400300" cy="130302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SzPts val="2800"/>
              <a:buFont typeface="Georgia"/>
              <a:buNone/>
              <a:defRPr b="1"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5" name="Google Shape;115;p21"/>
          <p:cNvSpPr txBox="1"/>
          <p:nvPr>
            <p:ph idx="1" type="body"/>
          </p:nvPr>
        </p:nvSpPr>
        <p:spPr>
          <a:xfrm>
            <a:off x="628650" y="514350"/>
            <a:ext cx="5033772" cy="3765042"/>
          </a:xfrm>
          <a:prstGeom prst="rect">
            <a:avLst/>
          </a:prstGeom>
          <a:noFill/>
          <a:ln>
            <a:noFill/>
          </a:ln>
        </p:spPr>
        <p:txBody>
          <a:bodyPr anchorCtr="0" anchor="t" bIns="45700" lIns="91425" spcFirstLastPara="1" rIns="91425" wrap="square" tIns="45700">
            <a:normAutofit/>
          </a:bodyPr>
          <a:lstStyle>
            <a:lvl1pPr indent="-336550" lvl="0" marL="457200" algn="l">
              <a:lnSpc>
                <a:spcPct val="90000"/>
              </a:lnSpc>
              <a:spcBef>
                <a:spcPts val="1200"/>
              </a:spcBef>
              <a:spcAft>
                <a:spcPts val="0"/>
              </a:spcAft>
              <a:buSzPts val="1700"/>
              <a:buChar char="▪"/>
              <a:defRPr sz="2000"/>
            </a:lvl1pPr>
            <a:lvl2pPr indent="-325755" lvl="1" marL="914400" algn="l">
              <a:lnSpc>
                <a:spcPct val="90000"/>
              </a:lnSpc>
              <a:spcBef>
                <a:spcPts val="400"/>
              </a:spcBef>
              <a:spcAft>
                <a:spcPts val="0"/>
              </a:spcAft>
              <a:buSzPts val="1530"/>
              <a:buChar char="▪"/>
              <a:defRPr sz="1800"/>
            </a:lvl2pPr>
            <a:lvl3pPr indent="-314960" lvl="2" marL="1371600" algn="l">
              <a:lnSpc>
                <a:spcPct val="90000"/>
              </a:lnSpc>
              <a:spcBef>
                <a:spcPts val="400"/>
              </a:spcBef>
              <a:spcAft>
                <a:spcPts val="0"/>
              </a:spcAft>
              <a:buSzPts val="1360"/>
              <a:buChar char="▪"/>
              <a:defRPr sz="1600"/>
            </a:lvl3pPr>
            <a:lvl4pPr indent="-314960" lvl="3" marL="1828800" algn="l">
              <a:lnSpc>
                <a:spcPct val="90000"/>
              </a:lnSpc>
              <a:spcBef>
                <a:spcPts val="400"/>
              </a:spcBef>
              <a:spcAft>
                <a:spcPts val="0"/>
              </a:spcAft>
              <a:buSzPts val="1360"/>
              <a:buChar char="▪"/>
              <a:defRPr sz="1600"/>
            </a:lvl4pPr>
            <a:lvl5pPr indent="-314960" lvl="4" marL="2286000" algn="l">
              <a:lnSpc>
                <a:spcPct val="90000"/>
              </a:lnSpc>
              <a:spcBef>
                <a:spcPts val="400"/>
              </a:spcBef>
              <a:spcAft>
                <a:spcPts val="0"/>
              </a:spcAft>
              <a:buSzPts val="1360"/>
              <a:buChar char="▪"/>
              <a:defRPr sz="1600"/>
            </a:lvl5pPr>
            <a:lvl6pPr indent="-336550" lvl="5" marL="2743200" algn="l">
              <a:lnSpc>
                <a:spcPct val="90000"/>
              </a:lnSpc>
              <a:spcBef>
                <a:spcPts val="400"/>
              </a:spcBef>
              <a:spcAft>
                <a:spcPts val="0"/>
              </a:spcAft>
              <a:buSzPts val="1700"/>
              <a:buChar char="▪"/>
              <a:defRPr sz="2000"/>
            </a:lvl6pPr>
            <a:lvl7pPr indent="-336550" lvl="6" marL="3200400" algn="l">
              <a:lnSpc>
                <a:spcPct val="90000"/>
              </a:lnSpc>
              <a:spcBef>
                <a:spcPts val="400"/>
              </a:spcBef>
              <a:spcAft>
                <a:spcPts val="0"/>
              </a:spcAft>
              <a:buSzPts val="1700"/>
              <a:buChar char="▪"/>
              <a:defRPr sz="2000"/>
            </a:lvl7pPr>
            <a:lvl8pPr indent="-336550" lvl="7" marL="3657600" algn="l">
              <a:lnSpc>
                <a:spcPct val="90000"/>
              </a:lnSpc>
              <a:spcBef>
                <a:spcPts val="400"/>
              </a:spcBef>
              <a:spcAft>
                <a:spcPts val="0"/>
              </a:spcAft>
              <a:buSzPts val="1700"/>
              <a:buChar char="▪"/>
              <a:defRPr sz="2000"/>
            </a:lvl8pPr>
            <a:lvl9pPr indent="-336550" lvl="8" marL="4114800" algn="l">
              <a:lnSpc>
                <a:spcPct val="90000"/>
              </a:lnSpc>
              <a:spcBef>
                <a:spcPts val="400"/>
              </a:spcBef>
              <a:spcAft>
                <a:spcPts val="200"/>
              </a:spcAft>
              <a:buSzPts val="1700"/>
              <a:buChar char="▪"/>
              <a:defRPr sz="2000"/>
            </a:lvl9pPr>
          </a:lstStyle>
          <a:p/>
        </p:txBody>
      </p:sp>
      <p:sp>
        <p:nvSpPr>
          <p:cNvPr id="116" name="Google Shape;116;p21"/>
          <p:cNvSpPr txBox="1"/>
          <p:nvPr>
            <p:ph idx="2" type="body"/>
          </p:nvPr>
        </p:nvSpPr>
        <p:spPr>
          <a:xfrm>
            <a:off x="6412230" y="1817370"/>
            <a:ext cx="2400300" cy="246888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48"/>
              <a:buNone/>
              <a:defRPr sz="1350">
                <a:solidFill>
                  <a:srgbClr val="345D7E"/>
                </a:solidFill>
              </a:defRPr>
            </a:lvl1pPr>
            <a:lvl2pPr indent="-228600" lvl="1" marL="914400" algn="l">
              <a:lnSpc>
                <a:spcPct val="90000"/>
              </a:lnSpc>
              <a:spcBef>
                <a:spcPts val="400"/>
              </a:spcBef>
              <a:spcAft>
                <a:spcPts val="0"/>
              </a:spcAft>
              <a:buSzPts val="1020"/>
              <a:buNone/>
              <a:defRPr sz="1200"/>
            </a:lvl2pPr>
            <a:lvl3pPr indent="-228600" lvl="2" marL="1371600" algn="l">
              <a:lnSpc>
                <a:spcPct val="90000"/>
              </a:lnSpc>
              <a:spcBef>
                <a:spcPts val="400"/>
              </a:spcBef>
              <a:spcAft>
                <a:spcPts val="0"/>
              </a:spcAft>
              <a:buSzPts val="850"/>
              <a:buNone/>
              <a:defRPr sz="1000"/>
            </a:lvl3pPr>
            <a:lvl4pPr indent="-228600" lvl="3" marL="1828800" algn="l">
              <a:lnSpc>
                <a:spcPct val="90000"/>
              </a:lnSpc>
              <a:spcBef>
                <a:spcPts val="400"/>
              </a:spcBef>
              <a:spcAft>
                <a:spcPts val="0"/>
              </a:spcAft>
              <a:buSzPts val="765"/>
              <a:buNone/>
              <a:defRPr sz="900"/>
            </a:lvl4pPr>
            <a:lvl5pPr indent="-228600" lvl="4" marL="2286000" algn="l">
              <a:lnSpc>
                <a:spcPct val="90000"/>
              </a:lnSpc>
              <a:spcBef>
                <a:spcPts val="400"/>
              </a:spcBef>
              <a:spcAft>
                <a:spcPts val="0"/>
              </a:spcAft>
              <a:buSzPts val="765"/>
              <a:buNone/>
              <a:defRPr sz="900"/>
            </a:lvl5pPr>
            <a:lvl6pPr indent="-228600" lvl="5" marL="2743200" algn="l">
              <a:lnSpc>
                <a:spcPct val="90000"/>
              </a:lnSpc>
              <a:spcBef>
                <a:spcPts val="400"/>
              </a:spcBef>
              <a:spcAft>
                <a:spcPts val="0"/>
              </a:spcAft>
              <a:buSzPts val="765"/>
              <a:buNone/>
              <a:defRPr sz="900"/>
            </a:lvl6pPr>
            <a:lvl7pPr indent="-228600" lvl="6" marL="3200400" algn="l">
              <a:lnSpc>
                <a:spcPct val="90000"/>
              </a:lnSpc>
              <a:spcBef>
                <a:spcPts val="400"/>
              </a:spcBef>
              <a:spcAft>
                <a:spcPts val="0"/>
              </a:spcAft>
              <a:buSzPts val="765"/>
              <a:buNone/>
              <a:defRPr sz="900"/>
            </a:lvl7pPr>
            <a:lvl8pPr indent="-228600" lvl="7" marL="3657600" algn="l">
              <a:lnSpc>
                <a:spcPct val="90000"/>
              </a:lnSpc>
              <a:spcBef>
                <a:spcPts val="400"/>
              </a:spcBef>
              <a:spcAft>
                <a:spcPts val="0"/>
              </a:spcAft>
              <a:buSzPts val="765"/>
              <a:buNone/>
              <a:defRPr sz="900"/>
            </a:lvl8pPr>
            <a:lvl9pPr indent="-228600" lvl="8" marL="4114800" algn="l">
              <a:lnSpc>
                <a:spcPct val="90000"/>
              </a:lnSpc>
              <a:spcBef>
                <a:spcPts val="400"/>
              </a:spcBef>
              <a:spcAft>
                <a:spcPts val="200"/>
              </a:spcAft>
              <a:buSzPts val="765"/>
              <a:buNone/>
              <a:defRPr sz="900"/>
            </a:lvl9pPr>
          </a:lstStyle>
          <a:p/>
        </p:txBody>
      </p:sp>
      <p:grpSp>
        <p:nvGrpSpPr>
          <p:cNvPr id="117" name="Google Shape;117;p21"/>
          <p:cNvGrpSpPr/>
          <p:nvPr/>
        </p:nvGrpSpPr>
        <p:grpSpPr>
          <a:xfrm>
            <a:off x="8522664" y="4691444"/>
            <a:ext cx="393192" cy="294894"/>
            <a:chOff x="8532189" y="5068824"/>
            <a:chExt cx="393192" cy="393192"/>
          </a:xfrm>
        </p:grpSpPr>
        <p:sp>
          <p:nvSpPr>
            <p:cNvPr id="118" name="Google Shape;118;p21"/>
            <p:cNvSpPr/>
            <p:nvPr/>
          </p:nvSpPr>
          <p:spPr>
            <a:xfrm>
              <a:off x="8532189" y="5068824"/>
              <a:ext cx="393192" cy="393192"/>
            </a:xfrm>
            <a:prstGeom prst="ellipse">
              <a:avLst/>
            </a:prstGeom>
            <a:blipFill rotWithShape="1">
              <a:blip r:embed="rId3">
                <a:alphaModFix/>
              </a:blip>
              <a:tile algn="tl" flip="none" tx="50800" sx="85000" ty="0" sy="85000"/>
            </a:blip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2000"/>
                <a:buFont typeface="Trebuchet MS"/>
                <a:buNone/>
              </a:pPr>
              <a:r>
                <a:t/>
              </a:r>
              <a:endParaRPr b="1" i="0" sz="2000" u="none" cap="none" strike="noStrike">
                <a:solidFill>
                  <a:srgbClr val="FFFFFF"/>
                </a:solidFill>
                <a:latin typeface="Rockwell"/>
                <a:ea typeface="Rockwell"/>
                <a:cs typeface="Rockwell"/>
                <a:sym typeface="Rockwell"/>
              </a:endParaRPr>
            </a:p>
          </p:txBody>
        </p:sp>
        <p:sp>
          <p:nvSpPr>
            <p:cNvPr id="119" name="Google Shape;119;p21"/>
            <p:cNvSpPr/>
            <p:nvPr/>
          </p:nvSpPr>
          <p:spPr>
            <a:xfrm>
              <a:off x="8568766" y="5105400"/>
              <a:ext cx="320039" cy="320040"/>
            </a:xfrm>
            <a:prstGeom prst="ellipse">
              <a:avLst/>
            </a:prstGeom>
            <a:noFill/>
            <a:ln cap="flat" cmpd="sng" w="127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rebuchet MS"/>
                <a:buNone/>
              </a:pPr>
              <a:r>
                <a:t/>
              </a:r>
              <a:endParaRPr b="0" i="0" sz="1800" u="none" cap="none" strike="noStrike">
                <a:solidFill>
                  <a:srgbClr val="FFFFFF"/>
                </a:solidFill>
                <a:latin typeface="Calibri"/>
                <a:ea typeface="Calibri"/>
                <a:cs typeface="Calibri"/>
                <a:sym typeface="Calibri"/>
              </a:endParaRPr>
            </a:p>
          </p:txBody>
        </p:sp>
      </p:grpSp>
      <p:sp>
        <p:nvSpPr>
          <p:cNvPr id="120" name="Google Shape;120;p21"/>
          <p:cNvSpPr txBox="1"/>
          <p:nvPr>
            <p:ph idx="10" type="dt"/>
          </p:nvPr>
        </p:nvSpPr>
        <p:spPr>
          <a:xfrm>
            <a:off x="5992368" y="4704589"/>
            <a:ext cx="2455164" cy="273844"/>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21"/>
          <p:cNvSpPr txBox="1"/>
          <p:nvPr>
            <p:ph idx="11" type="ftr"/>
          </p:nvPr>
        </p:nvSpPr>
        <p:spPr>
          <a:xfrm>
            <a:off x="685800" y="4704589"/>
            <a:ext cx="4745736"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p21"/>
          <p:cNvSpPr txBox="1"/>
          <p:nvPr>
            <p:ph idx="12" type="sldNum"/>
          </p:nvPr>
        </p:nvSpPr>
        <p:spPr>
          <a:xfrm>
            <a:off x="8483346" y="4704589"/>
            <a:ext cx="480060" cy="273844"/>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23" name="Shape 123"/>
        <p:cNvGrpSpPr/>
        <p:nvPr/>
      </p:nvGrpSpPr>
      <p:grpSpPr>
        <a:xfrm>
          <a:off x="0" y="0"/>
          <a:ext cx="0" cy="0"/>
          <a:chOff x="0" y="0"/>
          <a:chExt cx="0" cy="0"/>
        </a:xfrm>
      </p:grpSpPr>
      <p:sp>
        <p:nvSpPr>
          <p:cNvPr id="124" name="Google Shape;124;p22"/>
          <p:cNvSpPr/>
          <p:nvPr/>
        </p:nvSpPr>
        <p:spPr>
          <a:xfrm>
            <a:off x="6227806" y="1"/>
            <a:ext cx="2916194" cy="5143499"/>
          </a:xfrm>
          <a:prstGeom prst="rect">
            <a:avLst/>
          </a:prstGeom>
          <a:blipFill rotWithShape="1">
            <a:blip r:embed="rId2">
              <a:alphaModFix amt="80000"/>
            </a:blip>
            <a:tile algn="ctr" flip="xy" tx="0" sx="92000" ty="-704850" sy="89000"/>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125" name="Google Shape;125;p22"/>
          <p:cNvSpPr txBox="1"/>
          <p:nvPr>
            <p:ph type="title"/>
          </p:nvPr>
        </p:nvSpPr>
        <p:spPr>
          <a:xfrm>
            <a:off x="6412230" y="514350"/>
            <a:ext cx="2400300" cy="130302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SzPts val="2800"/>
              <a:buFont typeface="Georgia"/>
              <a:buNone/>
              <a:defRPr b="1"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6" name="Google Shape;126;p22"/>
          <p:cNvSpPr/>
          <p:nvPr>
            <p:ph idx="2" type="pic"/>
          </p:nvPr>
        </p:nvSpPr>
        <p:spPr>
          <a:xfrm>
            <a:off x="0" y="0"/>
            <a:ext cx="6227805" cy="5143500"/>
          </a:xfrm>
          <a:prstGeom prst="rect">
            <a:avLst/>
          </a:prstGeom>
          <a:solidFill>
            <a:srgbClr val="E4DEDB"/>
          </a:solidFill>
          <a:ln>
            <a:noFill/>
          </a:ln>
        </p:spPr>
      </p:sp>
      <p:sp>
        <p:nvSpPr>
          <p:cNvPr id="127" name="Google Shape;127;p22"/>
          <p:cNvSpPr txBox="1"/>
          <p:nvPr>
            <p:ph idx="1" type="body"/>
          </p:nvPr>
        </p:nvSpPr>
        <p:spPr>
          <a:xfrm>
            <a:off x="6412230" y="1817370"/>
            <a:ext cx="2400300" cy="246888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48"/>
              <a:buNone/>
              <a:defRPr sz="1350">
                <a:solidFill>
                  <a:srgbClr val="345D7E"/>
                </a:solidFill>
              </a:defRPr>
            </a:lvl1pPr>
            <a:lvl2pPr indent="-228600" lvl="1" marL="914400" algn="l">
              <a:lnSpc>
                <a:spcPct val="90000"/>
              </a:lnSpc>
              <a:spcBef>
                <a:spcPts val="400"/>
              </a:spcBef>
              <a:spcAft>
                <a:spcPts val="0"/>
              </a:spcAft>
              <a:buSzPts val="1020"/>
              <a:buNone/>
              <a:defRPr sz="1200"/>
            </a:lvl2pPr>
            <a:lvl3pPr indent="-228600" lvl="2" marL="1371600" algn="l">
              <a:lnSpc>
                <a:spcPct val="90000"/>
              </a:lnSpc>
              <a:spcBef>
                <a:spcPts val="400"/>
              </a:spcBef>
              <a:spcAft>
                <a:spcPts val="0"/>
              </a:spcAft>
              <a:buSzPts val="850"/>
              <a:buNone/>
              <a:defRPr sz="1000"/>
            </a:lvl3pPr>
            <a:lvl4pPr indent="-228600" lvl="3" marL="1828800" algn="l">
              <a:lnSpc>
                <a:spcPct val="90000"/>
              </a:lnSpc>
              <a:spcBef>
                <a:spcPts val="400"/>
              </a:spcBef>
              <a:spcAft>
                <a:spcPts val="0"/>
              </a:spcAft>
              <a:buSzPts val="765"/>
              <a:buNone/>
              <a:defRPr sz="900"/>
            </a:lvl4pPr>
            <a:lvl5pPr indent="-228600" lvl="4" marL="2286000" algn="l">
              <a:lnSpc>
                <a:spcPct val="90000"/>
              </a:lnSpc>
              <a:spcBef>
                <a:spcPts val="400"/>
              </a:spcBef>
              <a:spcAft>
                <a:spcPts val="0"/>
              </a:spcAft>
              <a:buSzPts val="765"/>
              <a:buNone/>
              <a:defRPr sz="900"/>
            </a:lvl5pPr>
            <a:lvl6pPr indent="-228600" lvl="5" marL="2743200" algn="l">
              <a:lnSpc>
                <a:spcPct val="90000"/>
              </a:lnSpc>
              <a:spcBef>
                <a:spcPts val="400"/>
              </a:spcBef>
              <a:spcAft>
                <a:spcPts val="0"/>
              </a:spcAft>
              <a:buSzPts val="765"/>
              <a:buNone/>
              <a:defRPr sz="900"/>
            </a:lvl6pPr>
            <a:lvl7pPr indent="-228600" lvl="6" marL="3200400" algn="l">
              <a:lnSpc>
                <a:spcPct val="90000"/>
              </a:lnSpc>
              <a:spcBef>
                <a:spcPts val="400"/>
              </a:spcBef>
              <a:spcAft>
                <a:spcPts val="0"/>
              </a:spcAft>
              <a:buSzPts val="765"/>
              <a:buNone/>
              <a:defRPr sz="900"/>
            </a:lvl7pPr>
            <a:lvl8pPr indent="-228600" lvl="7" marL="3657600" algn="l">
              <a:lnSpc>
                <a:spcPct val="90000"/>
              </a:lnSpc>
              <a:spcBef>
                <a:spcPts val="400"/>
              </a:spcBef>
              <a:spcAft>
                <a:spcPts val="0"/>
              </a:spcAft>
              <a:buSzPts val="765"/>
              <a:buNone/>
              <a:defRPr sz="900"/>
            </a:lvl8pPr>
            <a:lvl9pPr indent="-228600" lvl="8" marL="4114800" algn="l">
              <a:lnSpc>
                <a:spcPct val="90000"/>
              </a:lnSpc>
              <a:spcBef>
                <a:spcPts val="400"/>
              </a:spcBef>
              <a:spcAft>
                <a:spcPts val="200"/>
              </a:spcAft>
              <a:buSzPts val="765"/>
              <a:buNone/>
              <a:defRPr sz="900"/>
            </a:lvl9pPr>
          </a:lstStyle>
          <a:p/>
        </p:txBody>
      </p:sp>
      <p:grpSp>
        <p:nvGrpSpPr>
          <p:cNvPr id="128" name="Google Shape;128;p22"/>
          <p:cNvGrpSpPr/>
          <p:nvPr/>
        </p:nvGrpSpPr>
        <p:grpSpPr>
          <a:xfrm>
            <a:off x="8522664" y="4691444"/>
            <a:ext cx="393192" cy="294894"/>
            <a:chOff x="8532189" y="5068824"/>
            <a:chExt cx="393192" cy="393192"/>
          </a:xfrm>
        </p:grpSpPr>
        <p:sp>
          <p:nvSpPr>
            <p:cNvPr id="129" name="Google Shape;129;p22"/>
            <p:cNvSpPr/>
            <p:nvPr/>
          </p:nvSpPr>
          <p:spPr>
            <a:xfrm>
              <a:off x="8532189" y="5068824"/>
              <a:ext cx="393192" cy="393192"/>
            </a:xfrm>
            <a:prstGeom prst="ellipse">
              <a:avLst/>
            </a:prstGeom>
            <a:blipFill rotWithShape="1">
              <a:blip r:embed="rId3">
                <a:alphaModFix/>
              </a:blip>
              <a:tile algn="tl" flip="none" tx="50800" sx="85000" ty="0" sy="85000"/>
            </a:blip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2000"/>
                <a:buFont typeface="Trebuchet MS"/>
                <a:buNone/>
              </a:pPr>
              <a:r>
                <a:t/>
              </a:r>
              <a:endParaRPr b="1" i="0" sz="2000" u="none" cap="none" strike="noStrike">
                <a:solidFill>
                  <a:srgbClr val="FFFFFF"/>
                </a:solidFill>
                <a:latin typeface="Rockwell"/>
                <a:ea typeface="Rockwell"/>
                <a:cs typeface="Rockwell"/>
                <a:sym typeface="Rockwell"/>
              </a:endParaRPr>
            </a:p>
          </p:txBody>
        </p:sp>
        <p:sp>
          <p:nvSpPr>
            <p:cNvPr id="130" name="Google Shape;130;p22"/>
            <p:cNvSpPr/>
            <p:nvPr/>
          </p:nvSpPr>
          <p:spPr>
            <a:xfrm>
              <a:off x="8568766" y="5105400"/>
              <a:ext cx="320039" cy="320040"/>
            </a:xfrm>
            <a:prstGeom prst="ellipse">
              <a:avLst/>
            </a:prstGeom>
            <a:noFill/>
            <a:ln cap="flat" cmpd="sng" w="127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rebuchet MS"/>
                <a:buNone/>
              </a:pPr>
              <a:r>
                <a:t/>
              </a:r>
              <a:endParaRPr b="0" i="0" sz="1800" u="none" cap="none" strike="noStrike">
                <a:solidFill>
                  <a:srgbClr val="FFFFFF"/>
                </a:solidFill>
                <a:latin typeface="Calibri"/>
                <a:ea typeface="Calibri"/>
                <a:cs typeface="Calibri"/>
                <a:sym typeface="Calibri"/>
              </a:endParaRPr>
            </a:p>
          </p:txBody>
        </p:sp>
      </p:grpSp>
      <p:sp>
        <p:nvSpPr>
          <p:cNvPr id="131" name="Google Shape;131;p22"/>
          <p:cNvSpPr txBox="1"/>
          <p:nvPr>
            <p:ph idx="10" type="dt"/>
          </p:nvPr>
        </p:nvSpPr>
        <p:spPr>
          <a:xfrm>
            <a:off x="5992368" y="4704589"/>
            <a:ext cx="2455164" cy="273844"/>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p22"/>
          <p:cNvSpPr txBox="1"/>
          <p:nvPr>
            <p:ph idx="12" type="sldNum"/>
          </p:nvPr>
        </p:nvSpPr>
        <p:spPr>
          <a:xfrm>
            <a:off x="8483346" y="4704589"/>
            <a:ext cx="480060" cy="273844"/>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3" name="Shape 133"/>
        <p:cNvGrpSpPr/>
        <p:nvPr/>
      </p:nvGrpSpPr>
      <p:grpSpPr>
        <a:xfrm>
          <a:off x="0" y="0"/>
          <a:ext cx="0" cy="0"/>
          <a:chOff x="0" y="0"/>
          <a:chExt cx="0" cy="0"/>
        </a:xfrm>
      </p:grpSpPr>
      <p:sp>
        <p:nvSpPr>
          <p:cNvPr id="134" name="Google Shape;134;p23"/>
          <p:cNvSpPr txBox="1"/>
          <p:nvPr>
            <p:ph type="title"/>
          </p:nvPr>
        </p:nvSpPr>
        <p:spPr>
          <a:xfrm>
            <a:off x="685800" y="363474"/>
            <a:ext cx="7772400" cy="120700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5" name="Google Shape;135;p23"/>
          <p:cNvSpPr txBox="1"/>
          <p:nvPr>
            <p:ph idx="1" type="body"/>
          </p:nvPr>
        </p:nvSpPr>
        <p:spPr>
          <a:xfrm rot="5400000">
            <a:off x="3052953" y="-776097"/>
            <a:ext cx="3038094" cy="7772400"/>
          </a:xfrm>
          <a:prstGeom prst="rect">
            <a:avLst/>
          </a:prstGeom>
          <a:noFill/>
          <a:ln>
            <a:noFill/>
          </a:ln>
        </p:spPr>
        <p:txBody>
          <a:bodyPr anchorCtr="0" anchor="t" bIns="45700" lIns="91425" spcFirstLastPara="1" rIns="91425" wrap="square" tIns="45700">
            <a:normAutofit/>
          </a:bodyPr>
          <a:lstStyle>
            <a:lvl1pPr indent="-325755" lvl="0" marL="457200" algn="l">
              <a:lnSpc>
                <a:spcPct val="90000"/>
              </a:lnSpc>
              <a:spcBef>
                <a:spcPts val="1200"/>
              </a:spcBef>
              <a:spcAft>
                <a:spcPts val="0"/>
              </a:spcAft>
              <a:buSzPts val="1530"/>
              <a:buChar char="▪"/>
              <a:defRPr/>
            </a:lvl1pPr>
            <a:lvl2pPr indent="-325755" lvl="1" marL="914400" algn="l">
              <a:lnSpc>
                <a:spcPct val="90000"/>
              </a:lnSpc>
              <a:spcBef>
                <a:spcPts val="400"/>
              </a:spcBef>
              <a:spcAft>
                <a:spcPts val="0"/>
              </a:spcAft>
              <a:buSzPts val="1530"/>
              <a:buChar char="▪"/>
              <a:defRPr/>
            </a:lvl2pPr>
            <a:lvl3pPr indent="-325755" lvl="2" marL="1371600" algn="l">
              <a:lnSpc>
                <a:spcPct val="90000"/>
              </a:lnSpc>
              <a:spcBef>
                <a:spcPts val="400"/>
              </a:spcBef>
              <a:spcAft>
                <a:spcPts val="0"/>
              </a:spcAft>
              <a:buSzPts val="1530"/>
              <a:buChar char="▪"/>
              <a:defRPr/>
            </a:lvl3pPr>
            <a:lvl4pPr indent="-325755" lvl="3" marL="1828800" algn="l">
              <a:lnSpc>
                <a:spcPct val="90000"/>
              </a:lnSpc>
              <a:spcBef>
                <a:spcPts val="400"/>
              </a:spcBef>
              <a:spcAft>
                <a:spcPts val="0"/>
              </a:spcAft>
              <a:buSzPts val="1530"/>
              <a:buChar char="▪"/>
              <a:defRPr/>
            </a:lvl4pPr>
            <a:lvl5pPr indent="-325754" lvl="4" marL="2286000" algn="l">
              <a:lnSpc>
                <a:spcPct val="90000"/>
              </a:lnSpc>
              <a:spcBef>
                <a:spcPts val="400"/>
              </a:spcBef>
              <a:spcAft>
                <a:spcPts val="0"/>
              </a:spcAft>
              <a:buSzPts val="1530"/>
              <a:buChar char="▪"/>
              <a:defRPr/>
            </a:lvl5pPr>
            <a:lvl6pPr indent="-325754" lvl="5" marL="2743200" algn="l">
              <a:lnSpc>
                <a:spcPct val="90000"/>
              </a:lnSpc>
              <a:spcBef>
                <a:spcPts val="400"/>
              </a:spcBef>
              <a:spcAft>
                <a:spcPts val="0"/>
              </a:spcAft>
              <a:buSzPts val="1530"/>
              <a:buChar char="▪"/>
              <a:defRPr/>
            </a:lvl6pPr>
            <a:lvl7pPr indent="-325754" lvl="6" marL="3200400" algn="l">
              <a:lnSpc>
                <a:spcPct val="90000"/>
              </a:lnSpc>
              <a:spcBef>
                <a:spcPts val="400"/>
              </a:spcBef>
              <a:spcAft>
                <a:spcPts val="0"/>
              </a:spcAft>
              <a:buSzPts val="1530"/>
              <a:buChar char="▪"/>
              <a:defRPr/>
            </a:lvl7pPr>
            <a:lvl8pPr indent="-325754" lvl="7" marL="3657600" algn="l">
              <a:lnSpc>
                <a:spcPct val="90000"/>
              </a:lnSpc>
              <a:spcBef>
                <a:spcPts val="400"/>
              </a:spcBef>
              <a:spcAft>
                <a:spcPts val="0"/>
              </a:spcAft>
              <a:buSzPts val="1530"/>
              <a:buChar char="▪"/>
              <a:defRPr/>
            </a:lvl8pPr>
            <a:lvl9pPr indent="-325754" lvl="8" marL="4114800" algn="l">
              <a:lnSpc>
                <a:spcPct val="90000"/>
              </a:lnSpc>
              <a:spcBef>
                <a:spcPts val="400"/>
              </a:spcBef>
              <a:spcAft>
                <a:spcPts val="200"/>
              </a:spcAft>
              <a:buSzPts val="1530"/>
              <a:buChar char="▪"/>
              <a:defRPr/>
            </a:lvl9pPr>
          </a:lstStyle>
          <a:p/>
        </p:txBody>
      </p:sp>
      <p:sp>
        <p:nvSpPr>
          <p:cNvPr id="136" name="Google Shape;136;p23"/>
          <p:cNvSpPr txBox="1"/>
          <p:nvPr>
            <p:ph idx="10" type="dt"/>
          </p:nvPr>
        </p:nvSpPr>
        <p:spPr>
          <a:xfrm>
            <a:off x="5992368" y="4704589"/>
            <a:ext cx="2455164" cy="273844"/>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23"/>
          <p:cNvSpPr txBox="1"/>
          <p:nvPr>
            <p:ph idx="11" type="ftr"/>
          </p:nvPr>
        </p:nvSpPr>
        <p:spPr>
          <a:xfrm>
            <a:off x="685800" y="4704589"/>
            <a:ext cx="4745736"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23"/>
          <p:cNvSpPr txBox="1"/>
          <p:nvPr>
            <p:ph idx="12" type="sldNum"/>
          </p:nvPr>
        </p:nvSpPr>
        <p:spPr>
          <a:xfrm>
            <a:off x="8483346" y="4704589"/>
            <a:ext cx="480060" cy="273844"/>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9" name="Shape 139"/>
        <p:cNvGrpSpPr/>
        <p:nvPr/>
      </p:nvGrpSpPr>
      <p:grpSpPr>
        <a:xfrm>
          <a:off x="0" y="0"/>
          <a:ext cx="0" cy="0"/>
          <a:chOff x="0" y="0"/>
          <a:chExt cx="0" cy="0"/>
        </a:xfrm>
      </p:grpSpPr>
      <p:sp>
        <p:nvSpPr>
          <p:cNvPr id="140" name="Google Shape;140;p24"/>
          <p:cNvSpPr txBox="1"/>
          <p:nvPr>
            <p:ph type="title"/>
          </p:nvPr>
        </p:nvSpPr>
        <p:spPr>
          <a:xfrm rot="5400000">
            <a:off x="5386388" y="1557338"/>
            <a:ext cx="4229100" cy="191452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1" name="Google Shape;141;p24"/>
          <p:cNvSpPr txBox="1"/>
          <p:nvPr>
            <p:ph idx="1" type="body"/>
          </p:nvPr>
        </p:nvSpPr>
        <p:spPr>
          <a:xfrm rot="5400000">
            <a:off x="1500188" y="-300037"/>
            <a:ext cx="4229100" cy="5629275"/>
          </a:xfrm>
          <a:prstGeom prst="rect">
            <a:avLst/>
          </a:prstGeom>
          <a:noFill/>
          <a:ln>
            <a:noFill/>
          </a:ln>
        </p:spPr>
        <p:txBody>
          <a:bodyPr anchorCtr="0" anchor="t" bIns="45700" lIns="91425" spcFirstLastPara="1" rIns="91425" wrap="square" tIns="45700">
            <a:normAutofit/>
          </a:bodyPr>
          <a:lstStyle>
            <a:lvl1pPr indent="-325755" lvl="0" marL="457200" algn="l">
              <a:lnSpc>
                <a:spcPct val="90000"/>
              </a:lnSpc>
              <a:spcBef>
                <a:spcPts val="1200"/>
              </a:spcBef>
              <a:spcAft>
                <a:spcPts val="0"/>
              </a:spcAft>
              <a:buSzPts val="1530"/>
              <a:buChar char="▪"/>
              <a:defRPr/>
            </a:lvl1pPr>
            <a:lvl2pPr indent="-325755" lvl="1" marL="914400" algn="l">
              <a:lnSpc>
                <a:spcPct val="90000"/>
              </a:lnSpc>
              <a:spcBef>
                <a:spcPts val="400"/>
              </a:spcBef>
              <a:spcAft>
                <a:spcPts val="0"/>
              </a:spcAft>
              <a:buSzPts val="1530"/>
              <a:buChar char="▪"/>
              <a:defRPr/>
            </a:lvl2pPr>
            <a:lvl3pPr indent="-325755" lvl="2" marL="1371600" algn="l">
              <a:lnSpc>
                <a:spcPct val="90000"/>
              </a:lnSpc>
              <a:spcBef>
                <a:spcPts val="400"/>
              </a:spcBef>
              <a:spcAft>
                <a:spcPts val="0"/>
              </a:spcAft>
              <a:buSzPts val="1530"/>
              <a:buChar char="▪"/>
              <a:defRPr/>
            </a:lvl3pPr>
            <a:lvl4pPr indent="-325755" lvl="3" marL="1828800" algn="l">
              <a:lnSpc>
                <a:spcPct val="90000"/>
              </a:lnSpc>
              <a:spcBef>
                <a:spcPts val="400"/>
              </a:spcBef>
              <a:spcAft>
                <a:spcPts val="0"/>
              </a:spcAft>
              <a:buSzPts val="1530"/>
              <a:buChar char="▪"/>
              <a:defRPr/>
            </a:lvl4pPr>
            <a:lvl5pPr indent="-325754" lvl="4" marL="2286000" algn="l">
              <a:lnSpc>
                <a:spcPct val="90000"/>
              </a:lnSpc>
              <a:spcBef>
                <a:spcPts val="400"/>
              </a:spcBef>
              <a:spcAft>
                <a:spcPts val="0"/>
              </a:spcAft>
              <a:buSzPts val="1530"/>
              <a:buChar char="▪"/>
              <a:defRPr/>
            </a:lvl5pPr>
            <a:lvl6pPr indent="-325754" lvl="5" marL="2743200" algn="l">
              <a:lnSpc>
                <a:spcPct val="90000"/>
              </a:lnSpc>
              <a:spcBef>
                <a:spcPts val="400"/>
              </a:spcBef>
              <a:spcAft>
                <a:spcPts val="0"/>
              </a:spcAft>
              <a:buSzPts val="1530"/>
              <a:buChar char="▪"/>
              <a:defRPr/>
            </a:lvl6pPr>
            <a:lvl7pPr indent="-325754" lvl="6" marL="3200400" algn="l">
              <a:lnSpc>
                <a:spcPct val="90000"/>
              </a:lnSpc>
              <a:spcBef>
                <a:spcPts val="400"/>
              </a:spcBef>
              <a:spcAft>
                <a:spcPts val="0"/>
              </a:spcAft>
              <a:buSzPts val="1530"/>
              <a:buChar char="▪"/>
              <a:defRPr/>
            </a:lvl7pPr>
            <a:lvl8pPr indent="-325754" lvl="7" marL="3657600" algn="l">
              <a:lnSpc>
                <a:spcPct val="90000"/>
              </a:lnSpc>
              <a:spcBef>
                <a:spcPts val="400"/>
              </a:spcBef>
              <a:spcAft>
                <a:spcPts val="0"/>
              </a:spcAft>
              <a:buSzPts val="1530"/>
              <a:buChar char="▪"/>
              <a:defRPr/>
            </a:lvl8pPr>
            <a:lvl9pPr indent="-325754" lvl="8" marL="4114800" algn="l">
              <a:lnSpc>
                <a:spcPct val="90000"/>
              </a:lnSpc>
              <a:spcBef>
                <a:spcPts val="400"/>
              </a:spcBef>
              <a:spcAft>
                <a:spcPts val="200"/>
              </a:spcAft>
              <a:buSzPts val="1530"/>
              <a:buChar char="▪"/>
              <a:defRPr/>
            </a:lvl9pPr>
          </a:lstStyle>
          <a:p/>
        </p:txBody>
      </p:sp>
      <p:sp>
        <p:nvSpPr>
          <p:cNvPr id="142" name="Google Shape;142;p24"/>
          <p:cNvSpPr txBox="1"/>
          <p:nvPr>
            <p:ph idx="10" type="dt"/>
          </p:nvPr>
        </p:nvSpPr>
        <p:spPr>
          <a:xfrm>
            <a:off x="5992368" y="4704589"/>
            <a:ext cx="2455164" cy="273844"/>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24"/>
          <p:cNvSpPr txBox="1"/>
          <p:nvPr>
            <p:ph idx="11" type="ftr"/>
          </p:nvPr>
        </p:nvSpPr>
        <p:spPr>
          <a:xfrm>
            <a:off x="685800" y="4704589"/>
            <a:ext cx="4745736"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24"/>
          <p:cNvSpPr txBox="1"/>
          <p:nvPr>
            <p:ph idx="12" type="sldNum"/>
          </p:nvPr>
        </p:nvSpPr>
        <p:spPr>
          <a:xfrm>
            <a:off x="8483346" y="4704589"/>
            <a:ext cx="480060" cy="273844"/>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theme" Target="../theme/theme2.xml"/><Relationship Id="rId12" Type="http://schemas.openxmlformats.org/officeDocument/2006/relationships/slideLayout" Target="../slideLayouts/slideLayout22.xml"/><Relationship Id="rId1" Type="http://schemas.openxmlformats.org/officeDocument/2006/relationships/image" Target="../media/image3.pn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grpSp>
        <p:nvGrpSpPr>
          <p:cNvPr id="51" name="Google Shape;51;p13"/>
          <p:cNvGrpSpPr/>
          <p:nvPr/>
        </p:nvGrpSpPr>
        <p:grpSpPr>
          <a:xfrm>
            <a:off x="8522664" y="4691444"/>
            <a:ext cx="393192" cy="294894"/>
            <a:chOff x="8532189" y="5068824"/>
            <a:chExt cx="393192" cy="393192"/>
          </a:xfrm>
        </p:grpSpPr>
        <p:sp>
          <p:nvSpPr>
            <p:cNvPr id="52" name="Google Shape;52;p13"/>
            <p:cNvSpPr/>
            <p:nvPr/>
          </p:nvSpPr>
          <p:spPr>
            <a:xfrm>
              <a:off x="8532189" y="5068824"/>
              <a:ext cx="393192" cy="393192"/>
            </a:xfrm>
            <a:prstGeom prst="ellipse">
              <a:avLst/>
            </a:prstGeom>
            <a:blipFill rotWithShape="1">
              <a:blip r:embed="rId1">
                <a:alphaModFix/>
              </a:blip>
              <a:tile algn="tl" flip="none" tx="50800" sx="85000" ty="0" sy="85000"/>
            </a:blip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2000"/>
                <a:buFont typeface="Trebuchet MS"/>
                <a:buNone/>
              </a:pPr>
              <a:r>
                <a:t/>
              </a:r>
              <a:endParaRPr b="1" i="0" sz="2000" u="none" cap="none" strike="noStrike">
                <a:solidFill>
                  <a:srgbClr val="FFFFFF"/>
                </a:solidFill>
                <a:latin typeface="Rockwell"/>
                <a:ea typeface="Rockwell"/>
                <a:cs typeface="Rockwell"/>
                <a:sym typeface="Rockwell"/>
              </a:endParaRPr>
            </a:p>
          </p:txBody>
        </p:sp>
        <p:sp>
          <p:nvSpPr>
            <p:cNvPr id="53" name="Google Shape;53;p13"/>
            <p:cNvSpPr/>
            <p:nvPr/>
          </p:nvSpPr>
          <p:spPr>
            <a:xfrm>
              <a:off x="8568766" y="5105400"/>
              <a:ext cx="320039" cy="320040"/>
            </a:xfrm>
            <a:prstGeom prst="ellipse">
              <a:avLst/>
            </a:prstGeom>
            <a:noFill/>
            <a:ln cap="flat" cmpd="sng" w="127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rebuchet MS"/>
                <a:buNone/>
              </a:pPr>
              <a:r>
                <a:t/>
              </a:r>
              <a:endParaRPr b="0" i="0" sz="1800" u="none" cap="none" strike="noStrike">
                <a:solidFill>
                  <a:srgbClr val="FFFFFF"/>
                </a:solidFill>
                <a:latin typeface="Calibri"/>
                <a:ea typeface="Calibri"/>
                <a:cs typeface="Calibri"/>
                <a:sym typeface="Calibri"/>
              </a:endParaRPr>
            </a:p>
          </p:txBody>
        </p:sp>
      </p:grpSp>
      <p:sp>
        <p:nvSpPr>
          <p:cNvPr id="54" name="Google Shape;54;p13"/>
          <p:cNvSpPr txBox="1"/>
          <p:nvPr>
            <p:ph type="title"/>
          </p:nvPr>
        </p:nvSpPr>
        <p:spPr>
          <a:xfrm>
            <a:off x="685800" y="363474"/>
            <a:ext cx="7772400" cy="1207008"/>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SzPts val="4200"/>
              <a:buFont typeface="Georgia"/>
              <a:buNone/>
              <a:defRPr b="1" i="0" sz="4200" u="none" cap="none" strike="noStrike">
                <a:latin typeface="Georgia"/>
                <a:ea typeface="Georgia"/>
                <a:cs typeface="Georgia"/>
                <a:sym typeface="Georg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5" name="Google Shape;55;p13"/>
          <p:cNvSpPr txBox="1"/>
          <p:nvPr>
            <p:ph idx="1" type="body"/>
          </p:nvPr>
        </p:nvSpPr>
        <p:spPr>
          <a:xfrm>
            <a:off x="685800" y="1591056"/>
            <a:ext cx="7772400" cy="3038094"/>
          </a:xfrm>
          <a:prstGeom prst="rect">
            <a:avLst/>
          </a:prstGeom>
          <a:noFill/>
          <a:ln>
            <a:noFill/>
          </a:ln>
        </p:spPr>
        <p:txBody>
          <a:bodyPr anchorCtr="0" anchor="t" bIns="45700" lIns="91425" spcFirstLastPara="1" rIns="91425" wrap="square" tIns="45700">
            <a:normAutofit/>
          </a:bodyPr>
          <a:lstStyle>
            <a:lvl1pPr indent="-336550" lvl="0" marL="457200" marR="0" rtl="0" algn="l">
              <a:lnSpc>
                <a:spcPct val="90000"/>
              </a:lnSpc>
              <a:spcBef>
                <a:spcPts val="1200"/>
              </a:spcBef>
              <a:spcAft>
                <a:spcPts val="0"/>
              </a:spcAft>
              <a:buClr>
                <a:schemeClr val="accent1"/>
              </a:buClr>
              <a:buSzPts val="1700"/>
              <a:buFont typeface="Noto Sans Symbols"/>
              <a:buChar char="▪"/>
              <a:defRPr b="0" i="0" sz="2000" u="none" cap="none" strike="noStrike">
                <a:solidFill>
                  <a:schemeClr val="dk1"/>
                </a:solidFill>
                <a:latin typeface="Trebuchet MS"/>
                <a:ea typeface="Trebuchet MS"/>
                <a:cs typeface="Trebuchet MS"/>
                <a:sym typeface="Trebuchet MS"/>
              </a:defRPr>
            </a:lvl1pPr>
            <a:lvl2pPr indent="-325755" lvl="1" marL="914400" marR="0" rtl="0" algn="l">
              <a:lnSpc>
                <a:spcPct val="90000"/>
              </a:lnSpc>
              <a:spcBef>
                <a:spcPts val="400"/>
              </a:spcBef>
              <a:spcAft>
                <a:spcPts val="0"/>
              </a:spcAft>
              <a:buClr>
                <a:schemeClr val="accent1"/>
              </a:buClr>
              <a:buSzPts val="1530"/>
              <a:buFont typeface="Noto Sans Symbols"/>
              <a:buChar char="▪"/>
              <a:defRPr b="0" i="0" sz="1800" u="none" cap="none" strike="noStrike">
                <a:solidFill>
                  <a:schemeClr val="dk1"/>
                </a:solidFill>
                <a:latin typeface="Trebuchet MS"/>
                <a:ea typeface="Trebuchet MS"/>
                <a:cs typeface="Trebuchet MS"/>
                <a:sym typeface="Trebuchet MS"/>
              </a:defRPr>
            </a:lvl2pPr>
            <a:lvl3pPr indent="-314960" lvl="2" marL="1371600" marR="0" rtl="0" algn="l">
              <a:lnSpc>
                <a:spcPct val="90000"/>
              </a:lnSpc>
              <a:spcBef>
                <a:spcPts val="400"/>
              </a:spcBef>
              <a:spcAft>
                <a:spcPts val="0"/>
              </a:spcAft>
              <a:buClr>
                <a:schemeClr val="accent1"/>
              </a:buClr>
              <a:buSzPts val="1360"/>
              <a:buFont typeface="Noto Sans Symbols"/>
              <a:buChar char="▪"/>
              <a:defRPr b="0" i="0" sz="1600" u="none" cap="none" strike="noStrike">
                <a:solidFill>
                  <a:schemeClr val="dk1"/>
                </a:solidFill>
                <a:latin typeface="Trebuchet MS"/>
                <a:ea typeface="Trebuchet MS"/>
                <a:cs typeface="Trebuchet MS"/>
                <a:sym typeface="Trebuchet MS"/>
              </a:defRPr>
            </a:lvl3pPr>
            <a:lvl4pPr indent="-314960" lvl="3" marL="1828800" marR="0" rtl="0" algn="l">
              <a:lnSpc>
                <a:spcPct val="90000"/>
              </a:lnSpc>
              <a:spcBef>
                <a:spcPts val="400"/>
              </a:spcBef>
              <a:spcAft>
                <a:spcPts val="0"/>
              </a:spcAft>
              <a:buClr>
                <a:schemeClr val="accent1"/>
              </a:buClr>
              <a:buSzPts val="1360"/>
              <a:buFont typeface="Noto Sans Symbols"/>
              <a:buChar char="▪"/>
              <a:defRPr b="0" i="0" sz="1600" u="none" cap="none" strike="noStrike">
                <a:solidFill>
                  <a:schemeClr val="dk1"/>
                </a:solidFill>
                <a:latin typeface="Trebuchet MS"/>
                <a:ea typeface="Trebuchet MS"/>
                <a:cs typeface="Trebuchet MS"/>
                <a:sym typeface="Trebuchet MS"/>
              </a:defRPr>
            </a:lvl4pPr>
            <a:lvl5pPr indent="-314960" lvl="4" marL="2286000" marR="0" rtl="0" algn="l">
              <a:lnSpc>
                <a:spcPct val="90000"/>
              </a:lnSpc>
              <a:spcBef>
                <a:spcPts val="400"/>
              </a:spcBef>
              <a:spcAft>
                <a:spcPts val="0"/>
              </a:spcAft>
              <a:buClr>
                <a:schemeClr val="accent1"/>
              </a:buClr>
              <a:buSzPts val="1360"/>
              <a:buFont typeface="Noto Sans Symbols"/>
              <a:buChar char="▪"/>
              <a:defRPr b="0" i="0" sz="1600" u="none" cap="none" strike="noStrike">
                <a:solidFill>
                  <a:schemeClr val="dk1"/>
                </a:solidFill>
                <a:latin typeface="Trebuchet MS"/>
                <a:ea typeface="Trebuchet MS"/>
                <a:cs typeface="Trebuchet MS"/>
                <a:sym typeface="Trebuchet MS"/>
              </a:defRPr>
            </a:lvl5pPr>
            <a:lvl6pPr indent="-314960" lvl="5" marL="2743200" marR="0" rtl="0" algn="l">
              <a:lnSpc>
                <a:spcPct val="90000"/>
              </a:lnSpc>
              <a:spcBef>
                <a:spcPts val="400"/>
              </a:spcBef>
              <a:spcAft>
                <a:spcPts val="0"/>
              </a:spcAft>
              <a:buClr>
                <a:schemeClr val="accent1"/>
              </a:buClr>
              <a:buSzPts val="1360"/>
              <a:buFont typeface="Noto Sans Symbols"/>
              <a:buChar char="▪"/>
              <a:defRPr b="0" i="0" sz="1600" u="none" cap="none" strike="noStrike">
                <a:solidFill>
                  <a:schemeClr val="dk1"/>
                </a:solidFill>
                <a:latin typeface="Trebuchet MS"/>
                <a:ea typeface="Trebuchet MS"/>
                <a:cs typeface="Trebuchet MS"/>
                <a:sym typeface="Trebuchet MS"/>
              </a:defRPr>
            </a:lvl6pPr>
            <a:lvl7pPr indent="-314960" lvl="6" marL="3200400" marR="0" rtl="0" algn="l">
              <a:lnSpc>
                <a:spcPct val="90000"/>
              </a:lnSpc>
              <a:spcBef>
                <a:spcPts val="400"/>
              </a:spcBef>
              <a:spcAft>
                <a:spcPts val="0"/>
              </a:spcAft>
              <a:buClr>
                <a:schemeClr val="accent1"/>
              </a:buClr>
              <a:buSzPts val="1360"/>
              <a:buFont typeface="Noto Sans Symbols"/>
              <a:buChar char="▪"/>
              <a:defRPr b="0" i="0" sz="1600" u="none" cap="none" strike="noStrike">
                <a:solidFill>
                  <a:schemeClr val="dk1"/>
                </a:solidFill>
                <a:latin typeface="Trebuchet MS"/>
                <a:ea typeface="Trebuchet MS"/>
                <a:cs typeface="Trebuchet MS"/>
                <a:sym typeface="Trebuchet MS"/>
              </a:defRPr>
            </a:lvl7pPr>
            <a:lvl8pPr indent="-314959" lvl="7" marL="3657600" marR="0" rtl="0" algn="l">
              <a:lnSpc>
                <a:spcPct val="90000"/>
              </a:lnSpc>
              <a:spcBef>
                <a:spcPts val="400"/>
              </a:spcBef>
              <a:spcAft>
                <a:spcPts val="0"/>
              </a:spcAft>
              <a:buClr>
                <a:schemeClr val="accent1"/>
              </a:buClr>
              <a:buSzPts val="1360"/>
              <a:buFont typeface="Noto Sans Symbols"/>
              <a:buChar char="▪"/>
              <a:defRPr b="0" i="0" sz="1600" u="none" cap="none" strike="noStrike">
                <a:solidFill>
                  <a:schemeClr val="dk1"/>
                </a:solidFill>
                <a:latin typeface="Trebuchet MS"/>
                <a:ea typeface="Trebuchet MS"/>
                <a:cs typeface="Trebuchet MS"/>
                <a:sym typeface="Trebuchet MS"/>
              </a:defRPr>
            </a:lvl8pPr>
            <a:lvl9pPr indent="-314959" lvl="8" marL="4114800" marR="0" rtl="0" algn="l">
              <a:lnSpc>
                <a:spcPct val="90000"/>
              </a:lnSpc>
              <a:spcBef>
                <a:spcPts val="400"/>
              </a:spcBef>
              <a:spcAft>
                <a:spcPts val="200"/>
              </a:spcAft>
              <a:buClr>
                <a:schemeClr val="accent1"/>
              </a:buClr>
              <a:buSzPts val="1360"/>
              <a:buFont typeface="Noto Sans Symbols"/>
              <a:buChar char="▪"/>
              <a:defRPr b="0" i="0" sz="1600" u="none" cap="none" strike="noStrike">
                <a:solidFill>
                  <a:schemeClr val="dk1"/>
                </a:solidFill>
                <a:latin typeface="Trebuchet MS"/>
                <a:ea typeface="Trebuchet MS"/>
                <a:cs typeface="Trebuchet MS"/>
                <a:sym typeface="Trebuchet MS"/>
              </a:defRPr>
            </a:lvl9pPr>
          </a:lstStyle>
          <a:p/>
        </p:txBody>
      </p:sp>
      <p:sp>
        <p:nvSpPr>
          <p:cNvPr id="56" name="Google Shape;56;p13"/>
          <p:cNvSpPr txBox="1"/>
          <p:nvPr>
            <p:ph idx="10" type="dt"/>
          </p:nvPr>
        </p:nvSpPr>
        <p:spPr>
          <a:xfrm>
            <a:off x="5992368" y="4704589"/>
            <a:ext cx="2455164" cy="273844"/>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00" u="none" cap="none" strike="noStrike">
                <a:solidFill>
                  <a:srgbClr val="345D7E"/>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57" name="Google Shape;57;p13"/>
          <p:cNvSpPr txBox="1"/>
          <p:nvPr>
            <p:ph idx="11" type="ftr"/>
          </p:nvPr>
        </p:nvSpPr>
        <p:spPr>
          <a:xfrm>
            <a:off x="685800" y="4704589"/>
            <a:ext cx="4745736" cy="27384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00" u="none" cap="none" strike="noStrike">
                <a:solidFill>
                  <a:srgbClr val="345D7E"/>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58" name="Google Shape;58;p13"/>
          <p:cNvSpPr txBox="1"/>
          <p:nvPr>
            <p:ph idx="12" type="sldNum"/>
          </p:nvPr>
        </p:nvSpPr>
        <p:spPr>
          <a:xfrm>
            <a:off x="8483346" y="4704589"/>
            <a:ext cx="480060" cy="273844"/>
          </a:xfrm>
          <a:prstGeom prst="rect">
            <a:avLst/>
          </a:prstGeom>
          <a:noFill/>
          <a:ln>
            <a:noFill/>
          </a:ln>
        </p:spPr>
        <p:txBody>
          <a:bodyPr anchorCtr="0" anchor="ctr" bIns="45700" lIns="91425" spcFirstLastPara="1" rIns="91425" wrap="square" tIns="45700">
            <a:noAutofit/>
          </a:bodyPr>
          <a:lstStyle>
            <a:lvl1pPr indent="0" lvl="0" marL="0" marR="0" rtl="0" algn="ctr">
              <a:spcBef>
                <a:spcPts val="0"/>
              </a:spcBef>
              <a:buNone/>
              <a:defRPr b="1" i="0" sz="1100" u="none" cap="none" strike="noStrike">
                <a:solidFill>
                  <a:srgbClr val="FFFFFF"/>
                </a:solidFill>
                <a:latin typeface="Trebuchet MS"/>
                <a:ea typeface="Trebuchet MS"/>
                <a:cs typeface="Trebuchet MS"/>
                <a:sym typeface="Trebuchet MS"/>
              </a:defRPr>
            </a:lvl1pPr>
            <a:lvl2pPr indent="0" lvl="1" marL="0" marR="0" rtl="0" algn="ctr">
              <a:spcBef>
                <a:spcPts val="0"/>
              </a:spcBef>
              <a:buNone/>
              <a:defRPr b="1" i="0" sz="1100" u="none" cap="none" strike="noStrike">
                <a:solidFill>
                  <a:srgbClr val="FFFFFF"/>
                </a:solidFill>
                <a:latin typeface="Trebuchet MS"/>
                <a:ea typeface="Trebuchet MS"/>
                <a:cs typeface="Trebuchet MS"/>
                <a:sym typeface="Trebuchet MS"/>
              </a:defRPr>
            </a:lvl2pPr>
            <a:lvl3pPr indent="0" lvl="2" marL="0" marR="0" rtl="0" algn="ctr">
              <a:spcBef>
                <a:spcPts val="0"/>
              </a:spcBef>
              <a:buNone/>
              <a:defRPr b="1" i="0" sz="1100" u="none" cap="none" strike="noStrike">
                <a:solidFill>
                  <a:srgbClr val="FFFFFF"/>
                </a:solidFill>
                <a:latin typeface="Trebuchet MS"/>
                <a:ea typeface="Trebuchet MS"/>
                <a:cs typeface="Trebuchet MS"/>
                <a:sym typeface="Trebuchet MS"/>
              </a:defRPr>
            </a:lvl3pPr>
            <a:lvl4pPr indent="0" lvl="3" marL="0" marR="0" rtl="0" algn="ctr">
              <a:spcBef>
                <a:spcPts val="0"/>
              </a:spcBef>
              <a:buNone/>
              <a:defRPr b="1" i="0" sz="1100" u="none" cap="none" strike="noStrike">
                <a:solidFill>
                  <a:srgbClr val="FFFFFF"/>
                </a:solidFill>
                <a:latin typeface="Trebuchet MS"/>
                <a:ea typeface="Trebuchet MS"/>
                <a:cs typeface="Trebuchet MS"/>
                <a:sym typeface="Trebuchet MS"/>
              </a:defRPr>
            </a:lvl4pPr>
            <a:lvl5pPr indent="0" lvl="4" marL="0" marR="0" rtl="0" algn="ctr">
              <a:spcBef>
                <a:spcPts val="0"/>
              </a:spcBef>
              <a:buNone/>
              <a:defRPr b="1" i="0" sz="1100" u="none" cap="none" strike="noStrike">
                <a:solidFill>
                  <a:srgbClr val="FFFFFF"/>
                </a:solidFill>
                <a:latin typeface="Trebuchet MS"/>
                <a:ea typeface="Trebuchet MS"/>
                <a:cs typeface="Trebuchet MS"/>
                <a:sym typeface="Trebuchet MS"/>
              </a:defRPr>
            </a:lvl5pPr>
            <a:lvl6pPr indent="0" lvl="5" marL="0" marR="0" rtl="0" algn="ctr">
              <a:spcBef>
                <a:spcPts val="0"/>
              </a:spcBef>
              <a:buNone/>
              <a:defRPr b="1" i="0" sz="1100" u="none" cap="none" strike="noStrike">
                <a:solidFill>
                  <a:srgbClr val="FFFFFF"/>
                </a:solidFill>
                <a:latin typeface="Trebuchet MS"/>
                <a:ea typeface="Trebuchet MS"/>
                <a:cs typeface="Trebuchet MS"/>
                <a:sym typeface="Trebuchet MS"/>
              </a:defRPr>
            </a:lvl6pPr>
            <a:lvl7pPr indent="0" lvl="6" marL="0" marR="0" rtl="0" algn="ctr">
              <a:spcBef>
                <a:spcPts val="0"/>
              </a:spcBef>
              <a:buNone/>
              <a:defRPr b="1" i="0" sz="1100" u="none" cap="none" strike="noStrike">
                <a:solidFill>
                  <a:srgbClr val="FFFFFF"/>
                </a:solidFill>
                <a:latin typeface="Trebuchet MS"/>
                <a:ea typeface="Trebuchet MS"/>
                <a:cs typeface="Trebuchet MS"/>
                <a:sym typeface="Trebuchet MS"/>
              </a:defRPr>
            </a:lvl7pPr>
            <a:lvl8pPr indent="0" lvl="7" marL="0" marR="0" rtl="0" algn="ctr">
              <a:spcBef>
                <a:spcPts val="0"/>
              </a:spcBef>
              <a:buNone/>
              <a:defRPr b="1" i="0" sz="1100" u="none" cap="none" strike="noStrike">
                <a:solidFill>
                  <a:srgbClr val="FFFFFF"/>
                </a:solidFill>
                <a:latin typeface="Trebuchet MS"/>
                <a:ea typeface="Trebuchet MS"/>
                <a:cs typeface="Trebuchet MS"/>
                <a:sym typeface="Trebuchet MS"/>
              </a:defRPr>
            </a:lvl8pPr>
            <a:lvl9pPr indent="0" lvl="8" marL="0" marR="0" rtl="0" algn="ctr">
              <a:spcBef>
                <a:spcPts val="0"/>
              </a:spcBef>
              <a:buNone/>
              <a:defRPr b="1" i="0" sz="1100" u="none" cap="none" strike="noStrike">
                <a:solidFill>
                  <a:srgbClr val="FFFFFF"/>
                </a:solidFill>
                <a:latin typeface="Trebuchet MS"/>
                <a:ea typeface="Trebuchet MS"/>
                <a:cs typeface="Trebuchet MS"/>
                <a:sym typeface="Trebuchet MS"/>
              </a:defRPr>
            </a:lvl9pPr>
          </a:lstStyle>
          <a:p>
            <a:pPr indent="0" lvl="0" marL="0" rtl="0" algn="ct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 Id="rId3" Type="http://schemas.openxmlformats.org/officeDocument/2006/relationships/image" Target="../media/image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6.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5"/>
          <p:cNvSpPr txBox="1"/>
          <p:nvPr>
            <p:ph type="title"/>
          </p:nvPr>
        </p:nvSpPr>
        <p:spPr>
          <a:xfrm>
            <a:off x="265500" y="1212450"/>
            <a:ext cx="4045200" cy="1482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sz="4100">
                <a:latin typeface="Impact"/>
                <a:ea typeface="Impact"/>
                <a:cs typeface="Impact"/>
                <a:sym typeface="Impact"/>
              </a:rPr>
              <a:t>Agentic AI Vulnerabilities</a:t>
            </a:r>
            <a:endParaRPr b="1" sz="4100">
              <a:latin typeface="Impact"/>
              <a:ea typeface="Impact"/>
              <a:cs typeface="Impact"/>
              <a:sym typeface="Impact"/>
            </a:endParaRPr>
          </a:p>
        </p:txBody>
      </p:sp>
      <p:sp>
        <p:nvSpPr>
          <p:cNvPr id="150" name="Google Shape;150;p25"/>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Faishal Youshuf - 101044804</a:t>
            </a:r>
            <a:endParaRPr/>
          </a:p>
        </p:txBody>
      </p:sp>
      <p:sp>
        <p:nvSpPr>
          <p:cNvPr id="151" name="Google Shape;151;p25"/>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p>
            <a:pPr indent="0" lvl="0" marL="0" rtl="0" algn="l">
              <a:spcBef>
                <a:spcPts val="0"/>
              </a:spcBef>
              <a:spcAft>
                <a:spcPts val="1200"/>
              </a:spcAft>
              <a:buNone/>
            </a:pPr>
            <a:r>
              <a:t/>
            </a:r>
            <a:endParaRPr/>
          </a:p>
        </p:txBody>
      </p:sp>
      <p:pic>
        <p:nvPicPr>
          <p:cNvPr id="152" name="Google Shape;152;p25" title="images (2).jpeg"/>
          <p:cNvPicPr preferRelativeResize="0"/>
          <p:nvPr/>
        </p:nvPicPr>
        <p:blipFill>
          <a:blip r:embed="rId3">
            <a:alphaModFix/>
          </a:blip>
          <a:stretch>
            <a:fillRect/>
          </a:stretch>
        </p:blipFill>
        <p:spPr>
          <a:xfrm>
            <a:off x="4974450" y="758200"/>
            <a:ext cx="3802050" cy="36609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7" name="Shape 157"/>
        <p:cNvGrpSpPr/>
        <p:nvPr/>
      </p:nvGrpSpPr>
      <p:grpSpPr>
        <a:xfrm>
          <a:off x="0" y="0"/>
          <a:ext cx="0" cy="0"/>
          <a:chOff x="0" y="0"/>
          <a:chExt cx="0" cy="0"/>
        </a:xfrm>
      </p:grpSpPr>
      <p:grpSp>
        <p:nvGrpSpPr>
          <p:cNvPr id="158" name="Google Shape;158;p26"/>
          <p:cNvGrpSpPr/>
          <p:nvPr/>
        </p:nvGrpSpPr>
        <p:grpSpPr>
          <a:xfrm>
            <a:off x="8551293" y="4672261"/>
            <a:ext cx="342900" cy="342900"/>
            <a:chOff x="11361456" y="6195813"/>
            <a:chExt cx="548640" cy="548640"/>
          </a:xfrm>
        </p:grpSpPr>
        <p:sp>
          <p:nvSpPr>
            <p:cNvPr id="159" name="Google Shape;159;p26"/>
            <p:cNvSpPr/>
            <p:nvPr/>
          </p:nvSpPr>
          <p:spPr>
            <a:xfrm>
              <a:off x="11361456" y="6195813"/>
              <a:ext cx="548640" cy="548640"/>
            </a:xfrm>
            <a:prstGeom prst="ellipse">
              <a:avLst/>
            </a:prstGeom>
            <a:blipFill rotWithShape="1">
              <a:blip r:embed="rId3">
                <a:alphaModFix/>
              </a:blip>
              <a:tile algn="tl" flip="none" tx="50800" sx="85000" ty="0" sy="85000"/>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160" name="Google Shape;160;p26"/>
            <p:cNvSpPr/>
            <p:nvPr/>
          </p:nvSpPr>
          <p:spPr>
            <a:xfrm>
              <a:off x="11396488" y="6230844"/>
              <a:ext cx="478576" cy="478578"/>
            </a:xfrm>
            <a:prstGeom prst="ellipse">
              <a:avLst/>
            </a:prstGeom>
            <a:no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grpSp>
      <p:sp>
        <p:nvSpPr>
          <p:cNvPr id="161" name="Google Shape;161;p26"/>
          <p:cNvSpPr txBox="1"/>
          <p:nvPr>
            <p:ph type="title"/>
          </p:nvPr>
        </p:nvSpPr>
        <p:spPr>
          <a:xfrm>
            <a:off x="685925" y="363475"/>
            <a:ext cx="7772400" cy="1206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4400"/>
              <a:buFont typeface="Georgia"/>
              <a:buNone/>
            </a:pPr>
            <a:r>
              <a:rPr lang="en" sz="4400"/>
              <a:t>Introduction </a:t>
            </a:r>
            <a:endParaRPr/>
          </a:p>
        </p:txBody>
      </p:sp>
      <p:sp>
        <p:nvSpPr>
          <p:cNvPr id="162" name="Google Shape;162;p26"/>
          <p:cNvSpPr/>
          <p:nvPr/>
        </p:nvSpPr>
        <p:spPr>
          <a:xfrm>
            <a:off x="800100" y="1509970"/>
            <a:ext cx="7543800" cy="60512"/>
          </a:xfrm>
          <a:prstGeom prst="rect">
            <a:avLst/>
          </a:prstGeom>
          <a:blipFill rotWithShape="1">
            <a:blip r:embed="rId4">
              <a:alphaModFix amt="85000"/>
            </a:blip>
            <a:tile algn="ctr" flip="xy" tx="0" sx="92000" ty="-762000" sy="89000"/>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grpSp>
        <p:nvGrpSpPr>
          <p:cNvPr id="163" name="Google Shape;163;p26"/>
          <p:cNvGrpSpPr/>
          <p:nvPr/>
        </p:nvGrpSpPr>
        <p:grpSpPr>
          <a:xfrm>
            <a:off x="-152650" y="1609875"/>
            <a:ext cx="8496550" cy="3304095"/>
            <a:chOff x="-952750" y="441"/>
            <a:chExt cx="8496550" cy="3616962"/>
          </a:xfrm>
        </p:grpSpPr>
        <p:cxnSp>
          <p:nvCxnSpPr>
            <p:cNvPr id="164" name="Google Shape;164;p26"/>
            <p:cNvCxnSpPr/>
            <p:nvPr/>
          </p:nvCxnSpPr>
          <p:spPr>
            <a:xfrm>
              <a:off x="0" y="441"/>
              <a:ext cx="7543800" cy="0"/>
            </a:xfrm>
            <a:prstGeom prst="straightConnector1">
              <a:avLst/>
            </a:prstGeom>
            <a:solidFill>
              <a:schemeClr val="accent5"/>
            </a:solidFill>
            <a:ln cap="flat" cmpd="sng" w="12700">
              <a:solidFill>
                <a:schemeClr val="accent5"/>
              </a:solidFill>
              <a:prstDash val="solid"/>
              <a:round/>
              <a:headEnd len="sm" w="sm" type="none"/>
              <a:tailEnd len="sm" w="sm" type="none"/>
            </a:ln>
          </p:spPr>
        </p:cxnSp>
        <p:sp>
          <p:nvSpPr>
            <p:cNvPr id="165" name="Google Shape;165;p26"/>
            <p:cNvSpPr/>
            <p:nvPr/>
          </p:nvSpPr>
          <p:spPr>
            <a:xfrm>
              <a:off x="0" y="441"/>
              <a:ext cx="7543800" cy="72339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26"/>
            <p:cNvSpPr txBox="1"/>
            <p:nvPr/>
          </p:nvSpPr>
          <p:spPr>
            <a:xfrm>
              <a:off x="0" y="441"/>
              <a:ext cx="7543800" cy="723392"/>
            </a:xfrm>
            <a:prstGeom prst="rect">
              <a:avLst/>
            </a:prstGeom>
            <a:noFill/>
            <a:ln>
              <a:noFill/>
            </a:ln>
          </p:spPr>
          <p:txBody>
            <a:bodyPr anchorCtr="0" anchor="t" bIns="110475" lIns="110475" spcFirstLastPara="1" rIns="110475" wrap="square" tIns="110475">
              <a:noAutofit/>
            </a:bodyPr>
            <a:lstStyle/>
            <a:p>
              <a:pPr indent="0" lvl="0" marL="0" marR="0" rtl="0" algn="l">
                <a:lnSpc>
                  <a:spcPct val="90000"/>
                </a:lnSpc>
                <a:spcBef>
                  <a:spcPts val="0"/>
                </a:spcBef>
                <a:spcAft>
                  <a:spcPts val="0"/>
                </a:spcAft>
                <a:buClr>
                  <a:schemeClr val="dk1"/>
                </a:buClr>
                <a:buSzPts val="2900"/>
                <a:buFont typeface="Trebuchet MS"/>
                <a:buNone/>
              </a:pPr>
              <a:r>
                <a:rPr lang="en" sz="1700">
                  <a:solidFill>
                    <a:schemeClr val="dk1"/>
                  </a:solidFill>
                  <a:latin typeface="Trebuchet MS"/>
                  <a:ea typeface="Trebuchet MS"/>
                  <a:cs typeface="Trebuchet MS"/>
                  <a:sym typeface="Trebuchet MS"/>
                </a:rPr>
                <a:t>AI used in healthcare, autonomous systems</a:t>
              </a:r>
              <a:endParaRPr sz="200"/>
            </a:p>
          </p:txBody>
        </p:sp>
        <p:cxnSp>
          <p:nvCxnSpPr>
            <p:cNvPr id="167" name="Google Shape;167;p26"/>
            <p:cNvCxnSpPr/>
            <p:nvPr/>
          </p:nvCxnSpPr>
          <p:spPr>
            <a:xfrm>
              <a:off x="0" y="723833"/>
              <a:ext cx="7543800" cy="0"/>
            </a:xfrm>
            <a:prstGeom prst="straightConnector1">
              <a:avLst/>
            </a:prstGeom>
            <a:solidFill>
              <a:srgbClr val="7EA280"/>
            </a:solidFill>
            <a:ln cap="flat" cmpd="sng" w="12700">
              <a:solidFill>
                <a:srgbClr val="7EA280"/>
              </a:solidFill>
              <a:prstDash val="solid"/>
              <a:round/>
              <a:headEnd len="sm" w="sm" type="none"/>
              <a:tailEnd len="sm" w="sm" type="none"/>
            </a:ln>
          </p:spPr>
        </p:cxnSp>
        <p:sp>
          <p:nvSpPr>
            <p:cNvPr id="168" name="Google Shape;168;p26"/>
            <p:cNvSpPr/>
            <p:nvPr/>
          </p:nvSpPr>
          <p:spPr>
            <a:xfrm>
              <a:off x="0" y="723833"/>
              <a:ext cx="7543800" cy="72339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26"/>
            <p:cNvSpPr txBox="1"/>
            <p:nvPr/>
          </p:nvSpPr>
          <p:spPr>
            <a:xfrm>
              <a:off x="0" y="723833"/>
              <a:ext cx="7543800" cy="723392"/>
            </a:xfrm>
            <a:prstGeom prst="rect">
              <a:avLst/>
            </a:prstGeom>
            <a:noFill/>
            <a:ln>
              <a:noFill/>
            </a:ln>
          </p:spPr>
          <p:txBody>
            <a:bodyPr anchorCtr="0" anchor="t" bIns="110475" lIns="110475" spcFirstLastPara="1" rIns="110475" wrap="square" tIns="110475">
              <a:noAutofit/>
            </a:bodyPr>
            <a:lstStyle/>
            <a:p>
              <a:pPr indent="0" lvl="0" marL="0" marR="0" rtl="0" algn="l">
                <a:lnSpc>
                  <a:spcPct val="90000"/>
                </a:lnSpc>
                <a:spcBef>
                  <a:spcPts val="0"/>
                </a:spcBef>
                <a:spcAft>
                  <a:spcPts val="0"/>
                </a:spcAft>
                <a:buClr>
                  <a:schemeClr val="dk1"/>
                </a:buClr>
                <a:buSzPts val="2900"/>
                <a:buFont typeface="Trebuchet MS"/>
                <a:buNone/>
              </a:pPr>
              <a:r>
                <a:rPr lang="en" sz="1700">
                  <a:solidFill>
                    <a:schemeClr val="dk1"/>
                  </a:solidFill>
                  <a:latin typeface="Trebuchet MS"/>
                  <a:ea typeface="Trebuchet MS"/>
                  <a:cs typeface="Trebuchet MS"/>
                  <a:sym typeface="Trebuchet MS"/>
                </a:rPr>
                <a:t>Vulnerable to adversarial attacks</a:t>
              </a:r>
              <a:endParaRPr sz="200"/>
            </a:p>
          </p:txBody>
        </p:sp>
        <p:cxnSp>
          <p:nvCxnSpPr>
            <p:cNvPr id="170" name="Google Shape;170;p26"/>
            <p:cNvCxnSpPr/>
            <p:nvPr/>
          </p:nvCxnSpPr>
          <p:spPr>
            <a:xfrm>
              <a:off x="0" y="1447226"/>
              <a:ext cx="7543800" cy="0"/>
            </a:xfrm>
            <a:prstGeom prst="straightConnector1">
              <a:avLst/>
            </a:prstGeom>
            <a:solidFill>
              <a:srgbClr val="939E83"/>
            </a:solidFill>
            <a:ln cap="flat" cmpd="sng" w="12700">
              <a:solidFill>
                <a:srgbClr val="939E83"/>
              </a:solidFill>
              <a:prstDash val="solid"/>
              <a:round/>
              <a:headEnd len="sm" w="sm" type="none"/>
              <a:tailEnd len="sm" w="sm" type="none"/>
            </a:ln>
          </p:spPr>
        </p:cxnSp>
        <p:sp>
          <p:nvSpPr>
            <p:cNvPr id="171" name="Google Shape;171;p26"/>
            <p:cNvSpPr/>
            <p:nvPr/>
          </p:nvSpPr>
          <p:spPr>
            <a:xfrm>
              <a:off x="-2375" y="1447243"/>
              <a:ext cx="7543800" cy="72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6"/>
            <p:cNvSpPr txBox="1"/>
            <p:nvPr/>
          </p:nvSpPr>
          <p:spPr>
            <a:xfrm>
              <a:off x="-952750" y="1548493"/>
              <a:ext cx="7543800" cy="723300"/>
            </a:xfrm>
            <a:prstGeom prst="rect">
              <a:avLst/>
            </a:prstGeom>
            <a:noFill/>
            <a:ln>
              <a:noFill/>
            </a:ln>
          </p:spPr>
          <p:txBody>
            <a:bodyPr anchorCtr="0" anchor="t" bIns="110475" lIns="110475" spcFirstLastPara="1" rIns="110475" wrap="square" tIns="110475">
              <a:noAutofit/>
            </a:bodyPr>
            <a:lstStyle/>
            <a:p>
              <a:pPr indent="0" lvl="0" marL="0" marR="0" rtl="0" algn="l">
                <a:lnSpc>
                  <a:spcPct val="90000"/>
                </a:lnSpc>
                <a:spcBef>
                  <a:spcPts val="0"/>
                </a:spcBef>
                <a:spcAft>
                  <a:spcPts val="0"/>
                </a:spcAft>
                <a:buClr>
                  <a:schemeClr val="dk1"/>
                </a:buClr>
                <a:buSzPts val="2900"/>
                <a:buFont typeface="Trebuchet MS"/>
                <a:buNone/>
              </a:pPr>
              <a:r>
                <a:rPr lang="en" sz="1700">
                  <a:solidFill>
                    <a:schemeClr val="dk1"/>
                  </a:solidFill>
                  <a:latin typeface="Trebuchet MS"/>
                  <a:ea typeface="Trebuchet MS"/>
                  <a:cs typeface="Trebuchet MS"/>
                  <a:sym typeface="Trebuchet MS"/>
                </a:rPr>
                <a:t>               </a:t>
              </a:r>
              <a:r>
                <a:rPr lang="en" sz="1700">
                  <a:solidFill>
                    <a:schemeClr val="dk1"/>
                  </a:solidFill>
                  <a:latin typeface="Trebuchet MS"/>
                  <a:ea typeface="Trebuchet MS"/>
                  <a:cs typeface="Trebuchet MS"/>
                  <a:sym typeface="Trebuchet MS"/>
                </a:rPr>
                <a:t>Small perturbations → incorrect outputs</a:t>
              </a:r>
              <a:endParaRPr sz="1700"/>
            </a:p>
          </p:txBody>
        </p:sp>
        <p:cxnSp>
          <p:nvCxnSpPr>
            <p:cNvPr id="173" name="Google Shape;173;p26"/>
            <p:cNvCxnSpPr/>
            <p:nvPr/>
          </p:nvCxnSpPr>
          <p:spPr>
            <a:xfrm>
              <a:off x="0" y="2170618"/>
              <a:ext cx="7543800" cy="0"/>
            </a:xfrm>
            <a:prstGeom prst="straightConnector1">
              <a:avLst/>
            </a:prstGeom>
            <a:solidFill>
              <a:srgbClr val="9A9487"/>
            </a:solidFill>
            <a:ln cap="flat" cmpd="sng" w="12700">
              <a:solidFill>
                <a:srgbClr val="9A9487"/>
              </a:solidFill>
              <a:prstDash val="solid"/>
              <a:round/>
              <a:headEnd len="sm" w="sm" type="none"/>
              <a:tailEnd len="sm" w="sm" type="none"/>
            </a:ln>
          </p:spPr>
        </p:cxnSp>
        <p:sp>
          <p:nvSpPr>
            <p:cNvPr id="174" name="Google Shape;174;p26"/>
            <p:cNvSpPr/>
            <p:nvPr/>
          </p:nvSpPr>
          <p:spPr>
            <a:xfrm>
              <a:off x="0" y="2170618"/>
              <a:ext cx="7543800" cy="72339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26"/>
            <p:cNvSpPr txBox="1"/>
            <p:nvPr/>
          </p:nvSpPr>
          <p:spPr>
            <a:xfrm>
              <a:off x="0" y="2170618"/>
              <a:ext cx="7543800" cy="723392"/>
            </a:xfrm>
            <a:prstGeom prst="rect">
              <a:avLst/>
            </a:prstGeom>
            <a:noFill/>
            <a:ln>
              <a:noFill/>
            </a:ln>
          </p:spPr>
          <p:txBody>
            <a:bodyPr anchorCtr="0" anchor="t" bIns="110475" lIns="110475" spcFirstLastPara="1" rIns="110475" wrap="square" tIns="110475">
              <a:noAutofit/>
            </a:bodyPr>
            <a:lstStyle/>
            <a:p>
              <a:pPr indent="0" lvl="0" marL="0" marR="0" rtl="0" algn="l">
                <a:lnSpc>
                  <a:spcPct val="90000"/>
                </a:lnSpc>
                <a:spcBef>
                  <a:spcPts val="0"/>
                </a:spcBef>
                <a:spcAft>
                  <a:spcPts val="0"/>
                </a:spcAft>
                <a:buClr>
                  <a:schemeClr val="dk1"/>
                </a:buClr>
                <a:buSzPts val="2900"/>
                <a:buFont typeface="Trebuchet MS"/>
                <a:buNone/>
              </a:pPr>
              <a:r>
                <a:rPr lang="en" sz="1700">
                  <a:solidFill>
                    <a:schemeClr val="dk1"/>
                  </a:solidFill>
                  <a:latin typeface="Trebuchet MS"/>
                  <a:ea typeface="Trebuchet MS"/>
                  <a:cs typeface="Trebuchet MS"/>
                  <a:sym typeface="Trebuchet MS"/>
                </a:rPr>
                <a:t>Shift from static AI to agentic AI</a:t>
              </a:r>
              <a:endParaRPr sz="1700"/>
            </a:p>
          </p:txBody>
        </p:sp>
        <p:cxnSp>
          <p:nvCxnSpPr>
            <p:cNvPr id="176" name="Google Shape;176;p26"/>
            <p:cNvCxnSpPr/>
            <p:nvPr/>
          </p:nvCxnSpPr>
          <p:spPr>
            <a:xfrm>
              <a:off x="0" y="2894011"/>
              <a:ext cx="7543800" cy="0"/>
            </a:xfrm>
            <a:prstGeom prst="straightConnector1">
              <a:avLst/>
            </a:prstGeom>
            <a:solidFill>
              <a:srgbClr val="968B8B"/>
            </a:solidFill>
            <a:ln cap="flat" cmpd="sng" w="12700">
              <a:solidFill>
                <a:srgbClr val="968B8B"/>
              </a:solidFill>
              <a:prstDash val="solid"/>
              <a:round/>
              <a:headEnd len="sm" w="sm" type="none"/>
              <a:tailEnd len="sm" w="sm" type="none"/>
            </a:ln>
          </p:spPr>
        </p:cxnSp>
        <p:sp>
          <p:nvSpPr>
            <p:cNvPr id="177" name="Google Shape;177;p26"/>
            <p:cNvSpPr/>
            <p:nvPr/>
          </p:nvSpPr>
          <p:spPr>
            <a:xfrm>
              <a:off x="0" y="2894011"/>
              <a:ext cx="7543800" cy="72339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26"/>
            <p:cNvSpPr txBox="1"/>
            <p:nvPr/>
          </p:nvSpPr>
          <p:spPr>
            <a:xfrm>
              <a:off x="0" y="2894011"/>
              <a:ext cx="7543800" cy="723392"/>
            </a:xfrm>
            <a:prstGeom prst="rect">
              <a:avLst/>
            </a:prstGeom>
            <a:noFill/>
            <a:ln>
              <a:noFill/>
            </a:ln>
          </p:spPr>
          <p:txBody>
            <a:bodyPr anchorCtr="0" anchor="t" bIns="110475" lIns="110475" spcFirstLastPara="1" rIns="110475" wrap="square" tIns="110475">
              <a:noAutofit/>
            </a:bodyPr>
            <a:lstStyle/>
            <a:p>
              <a:pPr indent="0" lvl="0" marL="0" marR="0" rtl="0" algn="l">
                <a:lnSpc>
                  <a:spcPct val="90000"/>
                </a:lnSpc>
                <a:spcBef>
                  <a:spcPts val="0"/>
                </a:spcBef>
                <a:spcAft>
                  <a:spcPts val="0"/>
                </a:spcAft>
                <a:buClr>
                  <a:schemeClr val="dk1"/>
                </a:buClr>
                <a:buSzPts val="2900"/>
                <a:buFont typeface="Trebuchet MS"/>
                <a:buNone/>
              </a:pPr>
              <a:r>
                <a:rPr lang="en" sz="1700">
                  <a:solidFill>
                    <a:schemeClr val="dk1"/>
                  </a:solidFill>
                  <a:latin typeface="Trebuchet MS"/>
                  <a:ea typeface="Trebuchet MS"/>
                  <a:cs typeface="Trebuchet MS"/>
                  <a:sym typeface="Trebuchet MS"/>
                </a:rPr>
                <a:t>Includes autonomy and self-governance</a:t>
              </a:r>
              <a:endParaRPr sz="1700"/>
            </a:p>
          </p:txBody>
        </p:sp>
      </p:grpSp>
      <p:pic>
        <p:nvPicPr>
          <p:cNvPr id="179" name="Google Shape;179;p26" title="image.png"/>
          <p:cNvPicPr preferRelativeResize="0"/>
          <p:nvPr/>
        </p:nvPicPr>
        <p:blipFill rotWithShape="1">
          <a:blip r:embed="rId5">
            <a:alphaModFix/>
          </a:blip>
          <a:srcRect b="-4920" l="-1250" r="1250" t="4920"/>
          <a:stretch/>
        </p:blipFill>
        <p:spPr>
          <a:xfrm>
            <a:off x="5034275" y="1162725"/>
            <a:ext cx="3954950" cy="368102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4" name="Shape 184"/>
        <p:cNvGrpSpPr/>
        <p:nvPr/>
      </p:nvGrpSpPr>
      <p:grpSpPr>
        <a:xfrm>
          <a:off x="0" y="0"/>
          <a:ext cx="0" cy="0"/>
          <a:chOff x="0" y="0"/>
          <a:chExt cx="0" cy="0"/>
        </a:xfrm>
      </p:grpSpPr>
      <p:grpSp>
        <p:nvGrpSpPr>
          <p:cNvPr id="185" name="Google Shape;185;p27"/>
          <p:cNvGrpSpPr/>
          <p:nvPr/>
        </p:nvGrpSpPr>
        <p:grpSpPr>
          <a:xfrm>
            <a:off x="8551293" y="4672261"/>
            <a:ext cx="342900" cy="342900"/>
            <a:chOff x="11361456" y="6195813"/>
            <a:chExt cx="548640" cy="548640"/>
          </a:xfrm>
        </p:grpSpPr>
        <p:sp>
          <p:nvSpPr>
            <p:cNvPr id="186" name="Google Shape;186;p27"/>
            <p:cNvSpPr/>
            <p:nvPr/>
          </p:nvSpPr>
          <p:spPr>
            <a:xfrm>
              <a:off x="11361456" y="6195813"/>
              <a:ext cx="548640" cy="548640"/>
            </a:xfrm>
            <a:prstGeom prst="ellipse">
              <a:avLst/>
            </a:prstGeom>
            <a:blipFill rotWithShape="1">
              <a:blip r:embed="rId3">
                <a:alphaModFix/>
              </a:blip>
              <a:tile algn="tl" flip="none" tx="50800" sx="85000" ty="0" sy="85000"/>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187" name="Google Shape;187;p27"/>
            <p:cNvSpPr/>
            <p:nvPr/>
          </p:nvSpPr>
          <p:spPr>
            <a:xfrm>
              <a:off x="11396488" y="6230844"/>
              <a:ext cx="478576" cy="478578"/>
            </a:xfrm>
            <a:prstGeom prst="ellipse">
              <a:avLst/>
            </a:prstGeom>
            <a:no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grpSp>
      <p:sp>
        <p:nvSpPr>
          <p:cNvPr id="188" name="Google Shape;188;p27"/>
          <p:cNvSpPr txBox="1"/>
          <p:nvPr>
            <p:ph type="title"/>
          </p:nvPr>
        </p:nvSpPr>
        <p:spPr>
          <a:xfrm>
            <a:off x="802386" y="363474"/>
            <a:ext cx="7543800" cy="120700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4400"/>
              <a:buFont typeface="Georgia"/>
              <a:buNone/>
            </a:pPr>
            <a:r>
              <a:rPr i="0" lang="en" sz="4400"/>
              <a:t>Expanding Threat Landscape in Agentic AI</a:t>
            </a:r>
            <a:endParaRPr/>
          </a:p>
        </p:txBody>
      </p:sp>
      <p:sp>
        <p:nvSpPr>
          <p:cNvPr id="189" name="Google Shape;189;p27"/>
          <p:cNvSpPr/>
          <p:nvPr/>
        </p:nvSpPr>
        <p:spPr>
          <a:xfrm>
            <a:off x="800100" y="1509970"/>
            <a:ext cx="7543800" cy="60512"/>
          </a:xfrm>
          <a:prstGeom prst="rect">
            <a:avLst/>
          </a:prstGeom>
          <a:blipFill rotWithShape="1">
            <a:blip r:embed="rId4">
              <a:alphaModFix amt="85000"/>
            </a:blip>
            <a:tile algn="ctr" flip="xy" tx="0" sx="92000" ty="-762000" sy="89000"/>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grpSp>
        <p:nvGrpSpPr>
          <p:cNvPr id="190" name="Google Shape;190;p27"/>
          <p:cNvGrpSpPr/>
          <p:nvPr/>
        </p:nvGrpSpPr>
        <p:grpSpPr>
          <a:xfrm>
            <a:off x="802481" y="1796274"/>
            <a:ext cx="7543800" cy="2698920"/>
            <a:chOff x="0" y="9642"/>
            <a:chExt cx="7543800" cy="3598560"/>
          </a:xfrm>
        </p:grpSpPr>
        <p:sp>
          <p:nvSpPr>
            <p:cNvPr id="191" name="Google Shape;191;p27"/>
            <p:cNvSpPr/>
            <p:nvPr/>
          </p:nvSpPr>
          <p:spPr>
            <a:xfrm>
              <a:off x="0" y="9642"/>
              <a:ext cx="7543800" cy="655200"/>
            </a:xfrm>
            <a:prstGeom prst="roundRect">
              <a:avLst>
                <a:gd fmla="val 16667" name="adj"/>
              </a:avLst>
            </a:prstGeom>
            <a:solidFill>
              <a:srgbClr val="93B6D2"/>
            </a:solidFill>
            <a:ln cap="flat" cmpd="sng" w="127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27"/>
            <p:cNvSpPr txBox="1"/>
            <p:nvPr/>
          </p:nvSpPr>
          <p:spPr>
            <a:xfrm>
              <a:off x="31984" y="41626"/>
              <a:ext cx="7479832" cy="591232"/>
            </a:xfrm>
            <a:prstGeom prst="rect">
              <a:avLst/>
            </a:prstGeom>
            <a:noFill/>
            <a:ln>
              <a:noFill/>
            </a:ln>
          </p:spPr>
          <p:txBody>
            <a:bodyPr anchorCtr="0" anchor="ctr" bIns="106675" lIns="106675" spcFirstLastPara="1" rIns="106675" wrap="square" tIns="106675">
              <a:noAutofit/>
            </a:bodyPr>
            <a:lstStyle/>
            <a:p>
              <a:pPr indent="0" lvl="0" marL="0" marR="0" rtl="0" algn="l">
                <a:lnSpc>
                  <a:spcPct val="90000"/>
                </a:lnSpc>
                <a:spcBef>
                  <a:spcPts val="0"/>
                </a:spcBef>
                <a:spcAft>
                  <a:spcPts val="0"/>
                </a:spcAft>
                <a:buClr>
                  <a:schemeClr val="lt1"/>
                </a:buClr>
                <a:buSzPts val="2800"/>
                <a:buFont typeface="Trebuchet MS"/>
                <a:buNone/>
              </a:pPr>
              <a:r>
                <a:rPr lang="en" sz="2800">
                  <a:solidFill>
                    <a:schemeClr val="lt1"/>
                  </a:solidFill>
                  <a:latin typeface="Trebuchet MS"/>
                  <a:ea typeface="Trebuchet MS"/>
                  <a:cs typeface="Trebuchet MS"/>
                  <a:sym typeface="Trebuchet MS"/>
                </a:rPr>
                <a:t>Closed-loop decision-making systems</a:t>
              </a:r>
              <a:endParaRPr/>
            </a:p>
          </p:txBody>
        </p:sp>
        <p:sp>
          <p:nvSpPr>
            <p:cNvPr id="193" name="Google Shape;193;p27"/>
            <p:cNvSpPr/>
            <p:nvPr/>
          </p:nvSpPr>
          <p:spPr>
            <a:xfrm>
              <a:off x="0" y="745482"/>
              <a:ext cx="7543800" cy="655200"/>
            </a:xfrm>
            <a:prstGeom prst="roundRect">
              <a:avLst>
                <a:gd fmla="val 16667" name="adj"/>
              </a:avLst>
            </a:prstGeom>
            <a:solidFill>
              <a:srgbClr val="93B6D2"/>
            </a:solidFill>
            <a:ln cap="flat" cmpd="sng" w="127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27"/>
            <p:cNvSpPr txBox="1"/>
            <p:nvPr/>
          </p:nvSpPr>
          <p:spPr>
            <a:xfrm>
              <a:off x="31984" y="777466"/>
              <a:ext cx="7479832" cy="591232"/>
            </a:xfrm>
            <a:prstGeom prst="rect">
              <a:avLst/>
            </a:prstGeom>
            <a:noFill/>
            <a:ln>
              <a:noFill/>
            </a:ln>
          </p:spPr>
          <p:txBody>
            <a:bodyPr anchorCtr="0" anchor="ctr" bIns="106675" lIns="106675" spcFirstLastPara="1" rIns="106675" wrap="square" tIns="106675">
              <a:noAutofit/>
            </a:bodyPr>
            <a:lstStyle/>
            <a:p>
              <a:pPr indent="0" lvl="0" marL="0" marR="0" rtl="0" algn="l">
                <a:lnSpc>
                  <a:spcPct val="90000"/>
                </a:lnSpc>
                <a:spcBef>
                  <a:spcPts val="0"/>
                </a:spcBef>
                <a:spcAft>
                  <a:spcPts val="0"/>
                </a:spcAft>
                <a:buClr>
                  <a:schemeClr val="lt1"/>
                </a:buClr>
                <a:buSzPts val="2800"/>
                <a:buFont typeface="Trebuchet MS"/>
                <a:buNone/>
              </a:pPr>
              <a:r>
                <a:rPr lang="en" sz="2800">
                  <a:solidFill>
                    <a:schemeClr val="lt1"/>
                  </a:solidFill>
                  <a:latin typeface="Trebuchet MS"/>
                  <a:ea typeface="Trebuchet MS"/>
                  <a:cs typeface="Trebuchet MS"/>
                  <a:sym typeface="Trebuchet MS"/>
                </a:rPr>
                <a:t>Multi-layer vulnerabilities</a:t>
              </a:r>
              <a:endParaRPr/>
            </a:p>
          </p:txBody>
        </p:sp>
        <p:sp>
          <p:nvSpPr>
            <p:cNvPr id="195" name="Google Shape;195;p27"/>
            <p:cNvSpPr/>
            <p:nvPr/>
          </p:nvSpPr>
          <p:spPr>
            <a:xfrm>
              <a:off x="0" y="1481322"/>
              <a:ext cx="7543800" cy="655200"/>
            </a:xfrm>
            <a:prstGeom prst="roundRect">
              <a:avLst>
                <a:gd fmla="val 16667" name="adj"/>
              </a:avLst>
            </a:prstGeom>
            <a:solidFill>
              <a:srgbClr val="93B6D2"/>
            </a:solidFill>
            <a:ln cap="flat" cmpd="sng" w="127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7"/>
            <p:cNvSpPr txBox="1"/>
            <p:nvPr/>
          </p:nvSpPr>
          <p:spPr>
            <a:xfrm>
              <a:off x="31984" y="1513306"/>
              <a:ext cx="7479832" cy="591232"/>
            </a:xfrm>
            <a:prstGeom prst="rect">
              <a:avLst/>
            </a:prstGeom>
            <a:noFill/>
            <a:ln>
              <a:noFill/>
            </a:ln>
          </p:spPr>
          <p:txBody>
            <a:bodyPr anchorCtr="0" anchor="ctr" bIns="106675" lIns="106675" spcFirstLastPara="1" rIns="106675" wrap="square" tIns="106675">
              <a:noAutofit/>
            </a:bodyPr>
            <a:lstStyle/>
            <a:p>
              <a:pPr indent="0" lvl="0" marL="0" marR="0" rtl="0" algn="l">
                <a:lnSpc>
                  <a:spcPct val="90000"/>
                </a:lnSpc>
                <a:spcBef>
                  <a:spcPts val="0"/>
                </a:spcBef>
                <a:spcAft>
                  <a:spcPts val="0"/>
                </a:spcAft>
                <a:buClr>
                  <a:schemeClr val="lt1"/>
                </a:buClr>
                <a:buSzPts val="2800"/>
                <a:buFont typeface="Trebuchet MS"/>
                <a:buNone/>
              </a:pPr>
              <a:r>
                <a:rPr lang="en" sz="2800">
                  <a:solidFill>
                    <a:schemeClr val="lt1"/>
                  </a:solidFill>
                  <a:latin typeface="Trebuchet MS"/>
                  <a:ea typeface="Trebuchet MS"/>
                  <a:cs typeface="Trebuchet MS"/>
                  <a:sym typeface="Trebuchet MS"/>
                </a:rPr>
                <a:t>Perceptual, Cognitive, Executive layers</a:t>
              </a:r>
              <a:endParaRPr/>
            </a:p>
          </p:txBody>
        </p:sp>
        <p:sp>
          <p:nvSpPr>
            <p:cNvPr id="197" name="Google Shape;197;p27"/>
            <p:cNvSpPr/>
            <p:nvPr/>
          </p:nvSpPr>
          <p:spPr>
            <a:xfrm>
              <a:off x="0" y="2217162"/>
              <a:ext cx="7543800" cy="655200"/>
            </a:xfrm>
            <a:prstGeom prst="roundRect">
              <a:avLst>
                <a:gd fmla="val 16667" name="adj"/>
              </a:avLst>
            </a:prstGeom>
            <a:solidFill>
              <a:srgbClr val="93B6D2"/>
            </a:solidFill>
            <a:ln cap="flat" cmpd="sng" w="127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7"/>
            <p:cNvSpPr txBox="1"/>
            <p:nvPr/>
          </p:nvSpPr>
          <p:spPr>
            <a:xfrm>
              <a:off x="31984" y="2249146"/>
              <a:ext cx="7479832" cy="591232"/>
            </a:xfrm>
            <a:prstGeom prst="rect">
              <a:avLst/>
            </a:prstGeom>
            <a:noFill/>
            <a:ln>
              <a:noFill/>
            </a:ln>
          </p:spPr>
          <p:txBody>
            <a:bodyPr anchorCtr="0" anchor="ctr" bIns="106675" lIns="106675" spcFirstLastPara="1" rIns="106675" wrap="square" tIns="106675">
              <a:noAutofit/>
            </a:bodyPr>
            <a:lstStyle/>
            <a:p>
              <a:pPr indent="0" lvl="0" marL="0" marR="0" rtl="0" algn="l">
                <a:lnSpc>
                  <a:spcPct val="90000"/>
                </a:lnSpc>
                <a:spcBef>
                  <a:spcPts val="0"/>
                </a:spcBef>
                <a:spcAft>
                  <a:spcPts val="0"/>
                </a:spcAft>
                <a:buClr>
                  <a:schemeClr val="lt1"/>
                </a:buClr>
                <a:buSzPts val="2800"/>
                <a:buFont typeface="Trebuchet MS"/>
                <a:buNone/>
              </a:pPr>
              <a:r>
                <a:rPr lang="en" sz="2800">
                  <a:solidFill>
                    <a:schemeClr val="lt1"/>
                  </a:solidFill>
                  <a:latin typeface="Trebuchet MS"/>
                  <a:ea typeface="Trebuchet MS"/>
                  <a:cs typeface="Trebuchet MS"/>
                  <a:sym typeface="Trebuchet MS"/>
                </a:rPr>
                <a:t>Attacks propagate across layers</a:t>
              </a:r>
              <a:endParaRPr/>
            </a:p>
          </p:txBody>
        </p:sp>
        <p:sp>
          <p:nvSpPr>
            <p:cNvPr id="199" name="Google Shape;199;p27"/>
            <p:cNvSpPr/>
            <p:nvPr/>
          </p:nvSpPr>
          <p:spPr>
            <a:xfrm>
              <a:off x="0" y="2953002"/>
              <a:ext cx="7543800" cy="655200"/>
            </a:xfrm>
            <a:prstGeom prst="roundRect">
              <a:avLst>
                <a:gd fmla="val 16667" name="adj"/>
              </a:avLst>
            </a:prstGeom>
            <a:solidFill>
              <a:srgbClr val="93B6D2"/>
            </a:solidFill>
            <a:ln cap="flat" cmpd="sng" w="127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7"/>
            <p:cNvSpPr txBox="1"/>
            <p:nvPr/>
          </p:nvSpPr>
          <p:spPr>
            <a:xfrm>
              <a:off x="31984" y="2984986"/>
              <a:ext cx="7479832" cy="591232"/>
            </a:xfrm>
            <a:prstGeom prst="rect">
              <a:avLst/>
            </a:prstGeom>
            <a:noFill/>
            <a:ln>
              <a:noFill/>
            </a:ln>
          </p:spPr>
          <p:txBody>
            <a:bodyPr anchorCtr="0" anchor="ctr" bIns="106675" lIns="106675" spcFirstLastPara="1" rIns="106675" wrap="square" tIns="106675">
              <a:noAutofit/>
            </a:bodyPr>
            <a:lstStyle/>
            <a:p>
              <a:pPr indent="0" lvl="0" marL="0" marR="0" rtl="0" algn="l">
                <a:lnSpc>
                  <a:spcPct val="90000"/>
                </a:lnSpc>
                <a:spcBef>
                  <a:spcPts val="0"/>
                </a:spcBef>
                <a:spcAft>
                  <a:spcPts val="0"/>
                </a:spcAft>
                <a:buClr>
                  <a:schemeClr val="lt1"/>
                </a:buClr>
                <a:buSzPts val="2800"/>
                <a:buFont typeface="Trebuchet MS"/>
                <a:buNone/>
              </a:pPr>
              <a:r>
                <a:rPr lang="en" sz="2800">
                  <a:solidFill>
                    <a:schemeClr val="lt1"/>
                  </a:solidFill>
                  <a:latin typeface="Trebuchet MS"/>
                  <a:ea typeface="Trebuchet MS"/>
                  <a:cs typeface="Trebuchet MS"/>
                  <a:sym typeface="Trebuchet MS"/>
                </a:rPr>
                <a:t>No single defense is sufficient</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8"/>
          <p:cNvSpPr txBox="1"/>
          <p:nvPr>
            <p:ph type="title"/>
          </p:nvPr>
        </p:nvSpPr>
        <p:spPr>
          <a:xfrm>
            <a:off x="685800" y="363474"/>
            <a:ext cx="7772400" cy="1206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
              <a:t> Related work </a:t>
            </a:r>
            <a:endParaRPr/>
          </a:p>
        </p:txBody>
      </p:sp>
      <p:pic>
        <p:nvPicPr>
          <p:cNvPr id="206" name="Google Shape;206;p28" title="WhatsApp Image 2026-03-18 at 03.28.22.jpeg"/>
          <p:cNvPicPr preferRelativeResize="0"/>
          <p:nvPr/>
        </p:nvPicPr>
        <p:blipFill>
          <a:blip r:embed="rId3">
            <a:alphaModFix/>
          </a:blip>
          <a:stretch>
            <a:fillRect/>
          </a:stretch>
        </p:blipFill>
        <p:spPr>
          <a:xfrm>
            <a:off x="152400" y="1420275"/>
            <a:ext cx="8836824" cy="377377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ood Type">
  <a:themeElements>
    <a:clrScheme name="Wood Type">
      <a:dk1>
        <a:srgbClr val="000000"/>
      </a:dk1>
      <a:lt1>
        <a:srgbClr val="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